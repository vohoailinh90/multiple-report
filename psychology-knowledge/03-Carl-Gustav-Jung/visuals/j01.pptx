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fals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</p:sldIdLst>
  <p:notesMasterIdLst>
    <p:notesMasterId r:id="rId42"/>
  </p:notesMasterIdLst>
  <p:sldSz cx="18288000" cy="10287000"/>
  <p:notesSz cx="10287000" cy="18288000"/>
  <p:embeddedFontLst>
    <p:embeddedFont>
      <p:font typeface="Be Vietnam Pro"/>
      <p:regular r:id="rId47"/>
    </p:embeddedFont>
    <p:embeddedFont>
      <p:font typeface="Bricolage Grotesque"/>
      <p:bold r:id="rId48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notesMaster" Target="notesMasters/notesMaster1.xml"/><Relationship Id="rId43" Type="http://schemas.openxmlformats.org/officeDocument/2006/relationships/presProps" Target="presProps.xml"/><Relationship Id="rId44" Type="http://schemas.openxmlformats.org/officeDocument/2006/relationships/viewProps" Target="viewProps.xml"/><Relationship Id="rId45" Type="http://schemas.openxmlformats.org/officeDocument/2006/relationships/theme" Target="theme/theme1.xml"/><Relationship Id="rId46" Type="http://schemas.openxmlformats.org/officeDocument/2006/relationships/tableStyles" Target="tableStyles.xml"/><Relationship Id="rId47" Type="http://schemas.openxmlformats.org/officeDocument/2006/relationships/font" Target="fonts/font1.fntdata"/><Relationship Id="rId48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6-2.jpeg"/><Relationship Id="rId3" Type="http://schemas.openxmlformats.org/officeDocument/2006/relationships/image" Target="../media/image-1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jpeg"/><Relationship Id="rId3" Type="http://schemas.openxmlformats.org/officeDocument/2006/relationships/image" Target="../media/image-1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1-2.jpeg"/><Relationship Id="rId3" Type="http://schemas.openxmlformats.org/officeDocument/2006/relationships/image" Target="../media/image-1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image" Target="../media/image-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image" Target="../media/image-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image" Target="../media/image-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image" Target="../media/image-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10-2.jpeg"/><Relationship Id="rId3" Type="http://schemas.openxmlformats.org/officeDocument/2006/relationships/image" Target="../media/image-1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vohoailinh90/Multiple-report/blob/psychology/sample-and-coordination/psychology-knowledge/03-Carl-Gustav-Jung/lessons/01-cuoc-doi-va-quan-he-voi-freud.md" TargetMode="External"/><Relationship Id="rId1" Type="http://schemas.openxmlformats.org/officeDocument/2006/relationships/image" Target="../media/image-20-1.png"/><Relationship Id="rId3" Type="http://schemas.openxmlformats.org/officeDocument/2006/relationships/image" Target="../media/image-1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41F3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2096750" y="0"/>
            <a:ext cx="6191250" cy="10287000"/>
          </a:xfrm>
          <a:prstGeom prst="rect">
            <a:avLst/>
          </a:prstGeom>
          <a:solidFill>
            <a:srgbClr val="493C89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619125"/>
            <a:ext cx="1066800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>
                <a:solidFill>
                  <a:srgbClr val="C8BDE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📚 J01 / PSYCHOLOGY KNOWLEDGE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762000" y="2000250"/>
            <a:ext cx="10477500" cy="2571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0" b="1" dirty="0" spc="-2" kern="0">
                <a:solidFill>
                  <a:srgbClr val="F5F0E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Jung:</a:t>
            </a:r>
            <a:r>
              <a:rPr lang="en-US" sz="7200" b="1" dirty="0" spc="-16" kern="0">
                <a:solidFill>
                  <a:srgbClr val="F5F0E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một</a:t>
            </a:r>
            <a:r>
              <a:rPr lang="en-US" sz="7200" b="1" dirty="0" spc="-4" kern="0">
                <a:solidFill>
                  <a:srgbClr val="F5F0E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cuộc</a:t>
            </a:r>
            <a:r>
              <a:rPr lang="en-US" sz="7200" b="1" dirty="0" spc="-19" kern="0">
                <a:solidFill>
                  <a:srgbClr val="F5F0E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đời,</a:t>
            </a:r>
            <a:endParaRPr lang="en-US" sz="7200" dirty="0"/>
          </a:p>
          <a:p>
            <a:pPr algn="l" indent="0" marL="0">
              <a:buNone/>
            </a:pPr>
            <a:r>
              <a:rPr lang="en-US" sz="7200" b="1" dirty="0" spc="1" kern="0">
                <a:solidFill>
                  <a:srgbClr val="F5F0E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nhiều</a:t>
            </a:r>
            <a:r>
              <a:rPr lang="en-US" sz="7200" b="1" dirty="0" spc="-40" kern="0">
                <a:solidFill>
                  <a:srgbClr val="F5F0E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lớp</a:t>
            </a:r>
            <a:r>
              <a:rPr lang="en-US" sz="7200" b="1" dirty="0" spc="-4" kern="0">
                <a:solidFill>
                  <a:srgbClr val="F5F0E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nguồn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762000" y="5810250"/>
            <a:ext cx="10477500" cy="285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25" dirty="0" spc="67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Vì</a:t>
            </a:r>
            <a:r>
              <a:rPr lang="en-US" sz="2625" dirty="0" spc="-8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sao</a:t>
            </a:r>
            <a:r>
              <a:rPr lang="en-US" sz="2625" dirty="0" spc="-7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625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cộng</a:t>
            </a:r>
            <a:r>
              <a:rPr lang="en-US" sz="2625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sự quan</a:t>
            </a:r>
            <a:r>
              <a:rPr lang="en-US" sz="2625" dirty="0" spc="-16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trọng</a:t>
            </a:r>
            <a:r>
              <a:rPr lang="en-US" sz="2625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625" dirty="0" spc="-39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Freud</a:t>
            </a:r>
            <a:r>
              <a:rPr lang="en-US" sz="2625" dirty="0" spc="-9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phát</a:t>
            </a:r>
            <a:r>
              <a:rPr lang="en-US" sz="2625" dirty="0" spc="1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triển</a:t>
            </a:r>
            <a:r>
              <a:rPr lang="en-US" sz="2625" dirty="0" spc="-8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625" dirty="0" spc="7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trường</a:t>
            </a:r>
            <a:r>
              <a:rPr lang="en-US" sz="2625" dirty="0" spc="3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phái</a:t>
            </a:r>
            <a:r>
              <a:rPr lang="en-US" sz="2625" dirty="0" spc="1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riêng?</a:t>
            </a:r>
            <a:r>
              <a:rPr lang="en-US" sz="2625" dirty="0" spc="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2625" dirty="0" spc="-6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này</a:t>
            </a:r>
            <a:r>
              <a:rPr lang="en-US" sz="2625" dirty="0" spc="38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</a:t>
            </a:r>
            <a:r>
              <a:rPr lang="en-US" sz="2625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2625" dirty="0" spc="3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nền</a:t>
            </a:r>
            <a:r>
              <a:rPr lang="en-US" sz="2625" dirty="0" spc="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nghề</a:t>
            </a:r>
            <a:r>
              <a:rPr lang="en-US" sz="2625" dirty="0" spc="3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nghiệp</a:t>
            </a:r>
            <a:r>
              <a:rPr lang="en-US" sz="2625" dirty="0" spc="-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625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Jung</a:t>
            </a:r>
            <a:r>
              <a:rPr lang="en-US" sz="2625" dirty="0" spc="-1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tới</a:t>
            </a:r>
            <a:r>
              <a:rPr lang="en-US" sz="2625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quan</a:t>
            </a:r>
            <a:r>
              <a:rPr lang="en-US" sz="2625" dirty="0" spc="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hệ</a:t>
            </a:r>
            <a:r>
              <a:rPr lang="en-US" sz="2625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cộng</a:t>
            </a:r>
            <a:r>
              <a:rPr lang="en-US" sz="2625" dirty="0" spc="-1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tác,</a:t>
            </a:r>
            <a:r>
              <a:rPr lang="en-US" sz="2625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quá</a:t>
            </a:r>
            <a:r>
              <a:rPr lang="en-US" sz="2625" dirty="0" spc="1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</a:t>
            </a:r>
            <a:r>
              <a:rPr lang="en-US" sz="2625" dirty="0" spc="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chia</a:t>
            </a:r>
            <a:r>
              <a:rPr lang="en-US" sz="2625" dirty="0" spc="-9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tách</a:t>
            </a:r>
            <a:r>
              <a:rPr lang="en-US" sz="2625" dirty="0" spc="-16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625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cách</a:t>
            </a:r>
            <a:r>
              <a:rPr lang="en-US" sz="2625" dirty="0" spc="1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2625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nguồn.</a:t>
            </a:r>
            <a:r>
              <a:rPr lang="en-US" sz="2625" dirty="0" spc="3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Điều</a:t>
            </a:r>
            <a:r>
              <a:rPr lang="en-US" sz="2625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2625" dirty="0" spc="-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học</a:t>
            </a:r>
            <a:r>
              <a:rPr lang="en-US" sz="2625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625" dirty="0" spc="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625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625" dirty="0" spc="3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r>
              <a:rPr lang="en-US" sz="2625" dirty="0" spc="-8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625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năm:</a:t>
            </a:r>
            <a:r>
              <a:rPr lang="en-US" sz="2625" dirty="0" spc="18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đó</a:t>
            </a:r>
            <a:r>
              <a:rPr lang="en-US" sz="2625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625" dirty="0" spc="3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phân</a:t>
            </a:r>
            <a:r>
              <a:rPr lang="en-US" sz="2625" dirty="0" spc="-4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biệt</a:t>
            </a:r>
            <a:r>
              <a:rPr lang="en-US" sz="2625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sự</a:t>
            </a:r>
            <a:r>
              <a:rPr lang="en-US" sz="2625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kiện</a:t>
            </a:r>
            <a:r>
              <a:rPr lang="en-US" sz="2625" dirty="0" spc="8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625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tư liệu</a:t>
            </a:r>
            <a:r>
              <a:rPr lang="en-US" sz="2625" dirty="0" spc="4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</a:t>
            </a:r>
            <a:r>
              <a:rPr lang="en-US" sz="2625" dirty="0" spc="3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nhận,</a:t>
            </a:r>
            <a:r>
              <a:rPr lang="en-US" sz="2625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r>
              <a:rPr lang="en-US" sz="2625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r>
              <a:rPr lang="en-US" sz="2625" dirty="0" spc="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hiểu</a:t>
            </a:r>
            <a:r>
              <a:rPr lang="en-US" sz="2625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625" dirty="0" spc="-13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tác</a:t>
            </a:r>
            <a:r>
              <a:rPr lang="en-US" sz="2625" dirty="0" spc="3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</a:t>
            </a:r>
            <a:r>
              <a:rPr lang="en-US" sz="2625" dirty="0" spc="-16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625" dirty="0" spc="3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</a:t>
            </a:r>
            <a:r>
              <a:rPr lang="en-US" sz="2625" dirty="0" spc="-16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thuyết</a:t>
            </a:r>
            <a:r>
              <a:rPr lang="en-US" sz="2625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mà</a:t>
            </a:r>
            <a:r>
              <a:rPr lang="en-US" sz="2625" dirty="0" spc="8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625" dirty="0" spc="-4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viết</a:t>
            </a:r>
            <a:r>
              <a:rPr lang="en-US" sz="2625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tiểu sử đặt</a:t>
            </a:r>
            <a:r>
              <a:rPr lang="en-US" sz="2625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lên</a:t>
            </a:r>
            <a:r>
              <a:rPr lang="en-US" sz="2625" dirty="0" spc="-4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cuộc</a:t>
            </a:r>
            <a:r>
              <a:rPr lang="en-US" sz="2625" dirty="0" spc="16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đời</a:t>
            </a:r>
            <a:r>
              <a:rPr lang="en-US" sz="2625" dirty="0" spc="-7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ấy.</a:t>
            </a:r>
            <a:endParaRPr lang="en-US" sz="2625" dirty="0"/>
          </a:p>
        </p:txBody>
      </p:sp>
      <p:sp>
        <p:nvSpPr>
          <p:cNvPr id="6" name="Text 4"/>
          <p:cNvSpPr/>
          <p:nvPr/>
        </p:nvSpPr>
        <p:spPr>
          <a:xfrm>
            <a:off x="12382500" y="1619250"/>
            <a:ext cx="5238750" cy="2190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250" b="1" dirty="0" spc="-26" kern="0">
                <a:solidFill>
                  <a:srgbClr val="F5F0E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J01</a:t>
            </a:r>
            <a:endParaRPr lang="en-US" sz="14250" dirty="0"/>
          </a:p>
        </p:txBody>
      </p:sp>
      <p:sp>
        <p:nvSpPr>
          <p:cNvPr id="7" name="Text 5"/>
          <p:cNvSpPr/>
          <p:nvPr/>
        </p:nvSpPr>
        <p:spPr>
          <a:xfrm>
            <a:off x="12668250" y="4667250"/>
            <a:ext cx="46672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1" kern="0">
                <a:solidFill>
                  <a:srgbClr val="F5F0E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Lịch</a:t>
            </a:r>
            <a:r>
              <a:rPr lang="en-US" sz="2700" b="1" dirty="0" spc="2" kern="0">
                <a:solidFill>
                  <a:srgbClr val="F5F0E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sử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12668250" y="5238750"/>
            <a:ext cx="4476750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75" dirty="0" spc="0" kern="0">
                <a:solidFill>
                  <a:srgbClr val="E3DAF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Ai</a:t>
            </a:r>
            <a:r>
              <a:rPr lang="en-US" sz="2175" dirty="0" spc="14" kern="0">
                <a:solidFill>
                  <a:srgbClr val="E3DAF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2175" dirty="0" spc="1" kern="0">
                <a:solidFill>
                  <a:srgbClr val="E3DAF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r>
              <a:rPr lang="en-US" sz="2175" dirty="0" spc="-1" kern="0">
                <a:solidFill>
                  <a:srgbClr val="E3DAF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gì,</a:t>
            </a:r>
            <a:r>
              <a:rPr lang="en-US" sz="2175" dirty="0" spc="-15" kern="0">
                <a:solidFill>
                  <a:srgbClr val="E3DAF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175" dirty="0" spc="1" kern="0">
                <a:solidFill>
                  <a:srgbClr val="E3DAF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bối</a:t>
            </a:r>
            <a:r>
              <a:rPr lang="en-US" sz="2175" dirty="0" spc="-2" kern="0">
                <a:solidFill>
                  <a:srgbClr val="E3DAF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cảnh</a:t>
            </a:r>
            <a:r>
              <a:rPr lang="en-US" sz="2175" dirty="0" spc="-3" kern="0">
                <a:solidFill>
                  <a:srgbClr val="E3DAF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nào?</a:t>
            </a:r>
            <a:endParaRPr lang="en-US" sz="2175" dirty="0"/>
          </a:p>
        </p:txBody>
      </p:sp>
      <p:sp>
        <p:nvSpPr>
          <p:cNvPr id="9" name="Text 7"/>
          <p:cNvSpPr/>
          <p:nvPr/>
        </p:nvSpPr>
        <p:spPr>
          <a:xfrm>
            <a:off x="12668250" y="6000750"/>
            <a:ext cx="46672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2" kern="0">
                <a:solidFill>
                  <a:srgbClr val="F5F0E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Nguồn</a:t>
            </a:r>
            <a:endParaRPr lang="en-US" sz="2700" dirty="0"/>
          </a:p>
        </p:txBody>
      </p:sp>
      <p:sp>
        <p:nvSpPr>
          <p:cNvPr id="10" name="Text 8"/>
          <p:cNvSpPr/>
          <p:nvPr/>
        </p:nvSpPr>
        <p:spPr>
          <a:xfrm>
            <a:off x="12668250" y="6572250"/>
            <a:ext cx="4476750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75" dirty="0" spc="2" kern="0">
                <a:solidFill>
                  <a:srgbClr val="E3DAF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Thư, hồi</a:t>
            </a:r>
            <a:r>
              <a:rPr lang="en-US" sz="2175" dirty="0" spc="7" kern="0">
                <a:solidFill>
                  <a:srgbClr val="E3DAF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tưởng</a:t>
            </a:r>
            <a:r>
              <a:rPr lang="en-US" sz="2175" dirty="0" spc="-15" kern="0">
                <a:solidFill>
                  <a:srgbClr val="E3DAF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175" dirty="0" spc="0" kern="0">
                <a:solidFill>
                  <a:srgbClr val="E3DAF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biên</a:t>
            </a:r>
            <a:r>
              <a:rPr lang="en-US" sz="2175" dirty="0" spc="-8" kern="0">
                <a:solidFill>
                  <a:srgbClr val="E3DAF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tập.</a:t>
            </a:r>
            <a:endParaRPr lang="en-US" sz="2175" dirty="0"/>
          </a:p>
        </p:txBody>
      </p:sp>
      <p:sp>
        <p:nvSpPr>
          <p:cNvPr id="11" name="Text 9"/>
          <p:cNvSpPr/>
          <p:nvPr/>
        </p:nvSpPr>
        <p:spPr>
          <a:xfrm>
            <a:off x="12668250" y="7334250"/>
            <a:ext cx="46672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-10" kern="0">
                <a:solidFill>
                  <a:srgbClr val="F5F0E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Giới</a:t>
            </a:r>
            <a:r>
              <a:rPr lang="en-US" sz="2700" b="1" dirty="0" spc="6" kern="0">
                <a:solidFill>
                  <a:srgbClr val="F5F0E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hạn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12668250" y="7905750"/>
            <a:ext cx="4476750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75" dirty="0" spc="2" kern="0">
                <a:solidFill>
                  <a:srgbClr val="E3DAF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Điều</a:t>
            </a:r>
            <a:r>
              <a:rPr lang="en-US" sz="2175" dirty="0" spc="-1" kern="0">
                <a:solidFill>
                  <a:srgbClr val="E3DAF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gì</a:t>
            </a:r>
            <a:r>
              <a:rPr lang="en-US" sz="2175" dirty="0" spc="7" kern="0">
                <a:solidFill>
                  <a:srgbClr val="E3DAF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</a:t>
            </a:r>
            <a:r>
              <a:rPr lang="en-US" sz="2175" dirty="0" spc="2" kern="0">
                <a:solidFill>
                  <a:srgbClr val="E3DAF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r>
              <a:rPr lang="en-US" sz="2175" dirty="0" spc="5" kern="0">
                <a:solidFill>
                  <a:srgbClr val="E3DAF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suy</a:t>
            </a:r>
            <a:r>
              <a:rPr lang="en-US" sz="2175" dirty="0" spc="-23" kern="0">
                <a:solidFill>
                  <a:srgbClr val="E3DAF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ra?</a:t>
            </a:r>
            <a:endParaRPr lang="en-US" sz="2175" dirty="0"/>
          </a:p>
        </p:txBody>
      </p:sp>
      <p:sp>
        <p:nvSpPr>
          <p:cNvPr id="13" name="Text 11"/>
          <p:cNvSpPr/>
          <p:nvPr/>
        </p:nvSpPr>
        <p:spPr>
          <a:xfrm>
            <a:off x="762000" y="9667875"/>
            <a:ext cx="1047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1" kern="0">
                <a:solidFill>
                  <a:srgbClr val="C8BDE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Carl</a:t>
            </a:r>
            <a:r>
              <a:rPr lang="en-US" sz="1800" dirty="0" spc="-14" kern="0">
                <a:solidFill>
                  <a:srgbClr val="C8BDE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Gustav</a:t>
            </a:r>
            <a:r>
              <a:rPr lang="en-US" sz="1800" dirty="0" spc="-3" kern="0">
                <a:solidFill>
                  <a:srgbClr val="C8BDE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Jung</a:t>
            </a:r>
            <a:r>
              <a:rPr lang="en-US" sz="1800" dirty="0" spc="-1" kern="0">
                <a:solidFill>
                  <a:srgbClr val="C8BDE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3" kern="0">
                <a:solidFill>
                  <a:srgbClr val="C8BDE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Analytical</a:t>
            </a:r>
            <a:r>
              <a:rPr lang="en-US" sz="1800" dirty="0" spc="-9" kern="0">
                <a:solidFill>
                  <a:srgbClr val="C8BDE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Psychology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5" name="Moda image moda-export-watermark-c59e385c-08fa-4dd2-bab1-3a21e61e3c3d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76250"/>
            <a:ext cx="153352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🎯 A · LEARNING OBJECTIVES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762000" y="1143000"/>
            <a:ext cx="16764000" cy="1476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500" b="1" dirty="0" spc="1" kern="0">
                <a:solidFill>
                  <a:srgbClr val="20242A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Bạn</a:t>
            </a:r>
            <a:r>
              <a:rPr lang="en-US" sz="4500" b="1" dirty="0" spc="2" kern="0">
                <a:solidFill>
                  <a:srgbClr val="20242A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cần</a:t>
            </a:r>
            <a:r>
              <a:rPr lang="en-US" sz="4500" b="1" dirty="0" spc="0" kern="0">
                <a:solidFill>
                  <a:srgbClr val="20242A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làm</a:t>
            </a:r>
            <a:r>
              <a:rPr lang="en-US" sz="4500" b="1" dirty="0" spc="-45" kern="0">
                <a:solidFill>
                  <a:srgbClr val="20242A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được</a:t>
            </a:r>
            <a:r>
              <a:rPr lang="en-US" sz="4500" b="1" dirty="0" spc="-12" kern="0">
                <a:solidFill>
                  <a:srgbClr val="20242A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gì</a:t>
            </a:r>
            <a:r>
              <a:rPr lang="en-US" sz="4500" b="1" dirty="0" spc="1" kern="0">
                <a:solidFill>
                  <a:srgbClr val="20242A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sau</a:t>
            </a:r>
            <a:r>
              <a:rPr lang="en-US" sz="4500" b="1" dirty="0" spc="-1" kern="0">
                <a:solidFill>
                  <a:srgbClr val="20242A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bài</a:t>
            </a:r>
            <a:r>
              <a:rPr lang="en-US" sz="4500" b="1" dirty="0" spc="-6" kern="0">
                <a:solidFill>
                  <a:srgbClr val="20242A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này?</a:t>
            </a:r>
            <a:endParaRPr lang="en-US" sz="4500" dirty="0"/>
          </a:p>
        </p:txBody>
      </p:sp>
      <p:pic>
        <p:nvPicPr>
          <p:cNvPr id="4" name="Moda flattened rect-1792822506169-576339667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602075" y="409575"/>
            <a:ext cx="590550" cy="59055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62000" y="3048000"/>
            <a:ext cx="5238750" cy="3143250"/>
          </a:xfrm>
          <a:prstGeom prst="roundRect">
            <a:avLst>
              <a:gd name="adj" fmla="val 3636"/>
            </a:avLst>
          </a:prstGeom>
          <a:solidFill>
            <a:srgbClr val="EDE8F5"/>
          </a:solidFill>
          <a:ln/>
        </p:spPr>
      </p:sp>
      <p:sp>
        <p:nvSpPr>
          <p:cNvPr id="6" name="Text 3"/>
          <p:cNvSpPr/>
          <p:nvPr/>
        </p:nvSpPr>
        <p:spPr>
          <a:xfrm>
            <a:off x="990600" y="3238500"/>
            <a:ext cx="85725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 spc="-9" kern="0">
                <a:solidFill>
                  <a:srgbClr val="493C89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01</a:t>
            </a:r>
            <a:endParaRPr lang="en-US" sz="2850" dirty="0"/>
          </a:p>
        </p:txBody>
      </p:sp>
      <p:sp>
        <p:nvSpPr>
          <p:cNvPr id="7" name="Text 4"/>
          <p:cNvSpPr/>
          <p:nvPr/>
        </p:nvSpPr>
        <p:spPr>
          <a:xfrm>
            <a:off x="1857375" y="3295650"/>
            <a:ext cx="3857625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75" b="1" dirty="0" spc="-11" kern="0">
                <a:solidFill>
                  <a:srgbClr val="493C89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01</a:t>
            </a:r>
            <a:r>
              <a:rPr lang="en-US" sz="2475" b="1" dirty="0" spc="0" kern="0">
                <a:solidFill>
                  <a:srgbClr val="493C89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·</a:t>
            </a:r>
            <a:r>
              <a:rPr lang="en-US" sz="2475" b="1" dirty="0" spc="2" kern="0">
                <a:solidFill>
                  <a:srgbClr val="493C89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Định</a:t>
            </a:r>
            <a:r>
              <a:rPr lang="en-US" sz="2475" b="1" dirty="0" spc="-1" kern="0">
                <a:solidFill>
                  <a:srgbClr val="493C89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vị</a:t>
            </a:r>
            <a:endParaRPr lang="en-US" sz="2475" dirty="0"/>
          </a:p>
        </p:txBody>
      </p:sp>
      <p:sp>
        <p:nvSpPr>
          <p:cNvPr id="8" name="Text 5"/>
          <p:cNvSpPr/>
          <p:nvPr/>
        </p:nvSpPr>
        <p:spPr>
          <a:xfrm>
            <a:off x="1047750" y="4238625"/>
            <a:ext cx="4667250" cy="1857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75" dirty="0" spc="-16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Đặt</a:t>
            </a:r>
            <a:r>
              <a:rPr lang="en-US" sz="2475" dirty="0" spc="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đúng</a:t>
            </a:r>
            <a:r>
              <a:rPr lang="en-US" sz="2475" dirty="0" spc="-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loại</a:t>
            </a:r>
            <a:r>
              <a:rPr lang="en-US" sz="2475" dirty="0" spc="-3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mốc</a:t>
            </a:r>
            <a:r>
              <a:rPr lang="en-US" sz="2475" dirty="0" spc="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lịch</a:t>
            </a:r>
            <a:r>
              <a:rPr lang="en-US" sz="2475" dirty="0" spc="-4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sử.</a:t>
            </a:r>
            <a:endParaRPr lang="en-US" sz="2475" dirty="0"/>
          </a:p>
        </p:txBody>
      </p:sp>
      <p:sp>
        <p:nvSpPr>
          <p:cNvPr id="9" name="Connector line-1792822506177-722156439"/>
          <p:cNvSpPr/>
          <p:nvPr/>
        </p:nvSpPr>
        <p:spPr>
          <a:xfrm>
            <a:off x="6000750" y="4619625"/>
            <a:ext cx="381000" cy="0"/>
          </a:xfrm>
          <a:prstGeom prst="line">
            <a:avLst/>
          </a:prstGeom>
          <a:noFill/>
          <a:ln w="28575">
            <a:solidFill>
              <a:srgbClr val="493C89"/>
            </a:solidFill>
            <a:prstDash val="solid"/>
            <a:headEnd type="none"/>
            <a:tailEnd type="triangle" w="lg" len="lg"/>
          </a:ln>
        </p:spPr>
      </p:sp>
      <p:sp>
        <p:nvSpPr>
          <p:cNvPr id="10" name="Shape 7"/>
          <p:cNvSpPr/>
          <p:nvPr/>
        </p:nvSpPr>
        <p:spPr>
          <a:xfrm>
            <a:off x="6381750" y="3048000"/>
            <a:ext cx="5238750" cy="3143250"/>
          </a:xfrm>
          <a:prstGeom prst="roundRect">
            <a:avLst>
              <a:gd name="adj" fmla="val 3636"/>
            </a:avLst>
          </a:prstGeom>
          <a:solidFill>
            <a:srgbClr val="EDE8F5"/>
          </a:solidFill>
          <a:ln/>
        </p:spPr>
      </p:sp>
      <p:sp>
        <p:nvSpPr>
          <p:cNvPr id="11" name="Text 8"/>
          <p:cNvSpPr/>
          <p:nvPr/>
        </p:nvSpPr>
        <p:spPr>
          <a:xfrm>
            <a:off x="6610350" y="3238500"/>
            <a:ext cx="85725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 spc="-3" kern="0">
                <a:solidFill>
                  <a:srgbClr val="493C89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02</a:t>
            </a:r>
            <a:endParaRPr lang="en-US" sz="2850" dirty="0"/>
          </a:p>
        </p:txBody>
      </p:sp>
      <p:sp>
        <p:nvSpPr>
          <p:cNvPr id="12" name="Text 9"/>
          <p:cNvSpPr/>
          <p:nvPr/>
        </p:nvSpPr>
        <p:spPr>
          <a:xfrm>
            <a:off x="7477125" y="3295650"/>
            <a:ext cx="3857625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75" b="1" dirty="0" spc="-9" kern="0">
                <a:solidFill>
                  <a:srgbClr val="493C89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02</a:t>
            </a:r>
            <a:r>
              <a:rPr lang="en-US" sz="2475" b="1" dirty="0" spc="-1" kern="0">
                <a:solidFill>
                  <a:srgbClr val="493C89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·</a:t>
            </a:r>
            <a:r>
              <a:rPr lang="en-US" sz="2475" b="1" dirty="0" spc="0" kern="0">
                <a:solidFill>
                  <a:srgbClr val="493C89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Phân</a:t>
            </a:r>
            <a:r>
              <a:rPr lang="en-US" sz="2475" b="1" dirty="0" spc="-5" kern="0">
                <a:solidFill>
                  <a:srgbClr val="493C89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loại</a:t>
            </a:r>
            <a:endParaRPr lang="en-US" sz="2475" dirty="0"/>
          </a:p>
        </p:txBody>
      </p:sp>
      <p:sp>
        <p:nvSpPr>
          <p:cNvPr id="13" name="Text 10"/>
          <p:cNvSpPr/>
          <p:nvPr/>
        </p:nvSpPr>
        <p:spPr>
          <a:xfrm>
            <a:off x="6667500" y="4238625"/>
            <a:ext cx="4667250" cy="1857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75" dirty="0" spc="-2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Sự</a:t>
            </a:r>
            <a:r>
              <a:rPr lang="en-US" sz="2475" dirty="0" spc="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kiện</a:t>
            </a:r>
            <a:r>
              <a:rPr lang="en-US" sz="2475" dirty="0" spc="-6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≠</a:t>
            </a:r>
            <a:r>
              <a:rPr lang="en-US" sz="2475" dirty="0" spc="-3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r>
              <a:rPr lang="en-US" sz="2475" dirty="0" spc="-8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thuật</a:t>
            </a:r>
            <a:r>
              <a:rPr lang="en-US" sz="2475" dirty="0" spc="-6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≠</a:t>
            </a:r>
            <a:r>
              <a:rPr lang="en-US" sz="2475" dirty="0" spc="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diễn</a:t>
            </a:r>
            <a:r>
              <a:rPr lang="en-US" sz="2475" dirty="0" spc="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giải.</a:t>
            </a:r>
            <a:endParaRPr lang="en-US" sz="2475" dirty="0"/>
          </a:p>
        </p:txBody>
      </p:sp>
      <p:sp>
        <p:nvSpPr>
          <p:cNvPr id="14" name="Connector line-1792822506183-425711327"/>
          <p:cNvSpPr/>
          <p:nvPr/>
        </p:nvSpPr>
        <p:spPr>
          <a:xfrm>
            <a:off x="11620500" y="4619625"/>
            <a:ext cx="381000" cy="0"/>
          </a:xfrm>
          <a:prstGeom prst="line">
            <a:avLst/>
          </a:prstGeom>
          <a:noFill/>
          <a:ln w="28575">
            <a:solidFill>
              <a:srgbClr val="493C89"/>
            </a:solidFill>
            <a:prstDash val="solid"/>
            <a:headEnd type="none"/>
            <a:tailEnd type="triangle" w="lg" len="lg"/>
          </a:ln>
        </p:spPr>
      </p:sp>
      <p:sp>
        <p:nvSpPr>
          <p:cNvPr id="15" name="Shape 12"/>
          <p:cNvSpPr/>
          <p:nvPr/>
        </p:nvSpPr>
        <p:spPr>
          <a:xfrm>
            <a:off x="12001500" y="3048000"/>
            <a:ext cx="5238750" cy="3143250"/>
          </a:xfrm>
          <a:prstGeom prst="roundRect">
            <a:avLst>
              <a:gd name="adj" fmla="val 3636"/>
            </a:avLst>
          </a:prstGeom>
          <a:solidFill>
            <a:srgbClr val="EDE8F5"/>
          </a:solidFill>
          <a:ln/>
        </p:spPr>
      </p:sp>
      <p:sp>
        <p:nvSpPr>
          <p:cNvPr id="16" name="Text 13"/>
          <p:cNvSpPr/>
          <p:nvPr/>
        </p:nvSpPr>
        <p:spPr>
          <a:xfrm>
            <a:off x="12230100" y="3238500"/>
            <a:ext cx="85725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 spc="-5" kern="0">
                <a:solidFill>
                  <a:srgbClr val="493C89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03</a:t>
            </a:r>
            <a:endParaRPr lang="en-US" sz="2850" dirty="0"/>
          </a:p>
        </p:txBody>
      </p:sp>
      <p:sp>
        <p:nvSpPr>
          <p:cNvPr id="17" name="Text 14"/>
          <p:cNvSpPr/>
          <p:nvPr/>
        </p:nvSpPr>
        <p:spPr>
          <a:xfrm>
            <a:off x="13096875" y="3295650"/>
            <a:ext cx="3857625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75" b="1" dirty="0" spc="-8" kern="0">
                <a:solidFill>
                  <a:srgbClr val="493C89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03</a:t>
            </a:r>
            <a:r>
              <a:rPr lang="en-US" sz="2475" b="1" dirty="0" spc="0" kern="0">
                <a:solidFill>
                  <a:srgbClr val="493C89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·</a:t>
            </a:r>
            <a:r>
              <a:rPr lang="en-US" sz="2475" b="1" dirty="0" spc="-4" kern="0">
                <a:solidFill>
                  <a:srgbClr val="493C89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Đánh giá</a:t>
            </a:r>
            <a:endParaRPr lang="en-US" sz="2475" dirty="0"/>
          </a:p>
        </p:txBody>
      </p:sp>
      <p:sp>
        <p:nvSpPr>
          <p:cNvPr id="18" name="Text 15"/>
          <p:cNvSpPr/>
          <p:nvPr/>
        </p:nvSpPr>
        <p:spPr>
          <a:xfrm>
            <a:off x="12287250" y="4238625"/>
            <a:ext cx="4667250" cy="1857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75" dirty="0" spc="2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 cho</a:t>
            </a:r>
            <a:r>
              <a:rPr lang="en-US" sz="2475" dirty="0" spc="-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phép</a:t>
            </a:r>
            <a:r>
              <a:rPr lang="en-US" sz="2475" dirty="0" spc="-38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2475" dirty="0" spc="2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luận</a:t>
            </a:r>
            <a:r>
              <a:rPr lang="en-US" sz="2475" dirty="0" spc="-13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tới</a:t>
            </a:r>
            <a:r>
              <a:rPr lang="en-US" sz="2475" dirty="0" spc="1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đâu?</a:t>
            </a:r>
            <a:endParaRPr lang="en-US" sz="2475" dirty="0"/>
          </a:p>
        </p:txBody>
      </p:sp>
      <p:sp>
        <p:nvSpPr>
          <p:cNvPr id="19" name="Text 16"/>
          <p:cNvSpPr/>
          <p:nvPr/>
        </p:nvSpPr>
        <p:spPr>
          <a:xfrm>
            <a:off x="857250" y="7048500"/>
            <a:ext cx="16383000" cy="209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2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Bạn</a:t>
            </a:r>
            <a:r>
              <a:rPr lang="en-US" sz="2550" dirty="0" spc="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2550" dirty="0" spc="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phân</a:t>
            </a:r>
            <a:r>
              <a:rPr lang="en-US" sz="2550" dirty="0" spc="-5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biệt</a:t>
            </a:r>
            <a:r>
              <a:rPr lang="en-US" sz="2550" dirty="0" spc="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</a:t>
            </a:r>
            <a:r>
              <a:rPr lang="en-US" sz="2550" dirty="0" spc="-3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mốc</a:t>
            </a:r>
            <a:r>
              <a:rPr lang="en-US" sz="2550" dirty="0" spc="-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 từ,</a:t>
            </a:r>
            <a:r>
              <a:rPr lang="en-US" sz="2550" dirty="0" spc="-12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gặp</a:t>
            </a:r>
            <a:r>
              <a:rPr lang="en-US" sz="2550" dirty="0" spc="-9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mặt,</a:t>
            </a:r>
            <a:r>
              <a:rPr lang="en-US" sz="2550" dirty="0" spc="17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</a:t>
            </a:r>
            <a:r>
              <a:rPr lang="en-US" sz="2550" dirty="0" spc="-19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vỡ</a:t>
            </a:r>
            <a:r>
              <a:rPr lang="en-US" sz="2550" dirty="0" spc="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quan</a:t>
            </a:r>
            <a:r>
              <a:rPr lang="en-US" sz="2550" dirty="0" spc="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hệ</a:t>
            </a:r>
            <a:r>
              <a:rPr lang="en-US" sz="2550" dirty="0" spc="-19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dirty="0" spc="-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rút</a:t>
            </a:r>
            <a:r>
              <a:rPr lang="en-US" sz="2550" dirty="0" spc="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khỏi phong</a:t>
            </a:r>
            <a:r>
              <a:rPr lang="en-US" sz="2550" dirty="0" spc="-16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trào.</a:t>
            </a:r>
            <a:r>
              <a:rPr lang="en-US" sz="2550" dirty="0" spc="2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Bạn</a:t>
            </a:r>
            <a:r>
              <a:rPr lang="en-US" sz="2550" dirty="0" spc="-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cũng</a:t>
            </a:r>
            <a:r>
              <a:rPr lang="en-US" sz="2550" dirty="0" spc="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 giải</a:t>
            </a:r>
            <a:r>
              <a:rPr lang="en-US" sz="2550" dirty="0" spc="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thích</a:t>
            </a:r>
            <a:r>
              <a:rPr lang="en-US" sz="2550" dirty="0" spc="-3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sự</a:t>
            </a:r>
            <a:r>
              <a:rPr lang="en-US" sz="2550" dirty="0" spc="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</a:t>
            </a:r>
            <a:r>
              <a:rPr lang="en-US" sz="2550" dirty="0" spc="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nhau</a:t>
            </a:r>
            <a:r>
              <a:rPr lang="en-US" sz="2550" dirty="0" spc="7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giữa</a:t>
            </a:r>
            <a:r>
              <a:rPr lang="en-US" sz="2550" dirty="0" spc="-15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bất</a:t>
            </a:r>
            <a:r>
              <a:rPr lang="en-US" sz="2550" dirty="0" spc="1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đồng</a:t>
            </a:r>
            <a:r>
              <a:rPr lang="en-US" sz="2550" dirty="0" spc="-3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học</a:t>
            </a:r>
            <a:r>
              <a:rPr lang="en-US" sz="2550" dirty="0" spc="-13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thuyết,</a:t>
            </a:r>
            <a:r>
              <a:rPr lang="en-US" sz="2550" dirty="0" spc="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căng thẳng</a:t>
            </a:r>
            <a:r>
              <a:rPr lang="en-US" sz="2550" dirty="0" spc="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quan</a:t>
            </a:r>
            <a:r>
              <a:rPr lang="en-US" sz="2550" dirty="0" spc="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hệ</a:t>
            </a:r>
            <a:r>
              <a:rPr lang="en-US" sz="2550" dirty="0" spc="-19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dirty="0" spc="-7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thay</a:t>
            </a:r>
            <a:r>
              <a:rPr lang="en-US" sz="2550" dirty="0" spc="12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</a:t>
            </a:r>
            <a:r>
              <a:rPr lang="en-US" sz="2550" dirty="0" spc="-16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tổ</a:t>
            </a:r>
            <a:r>
              <a:rPr lang="en-US" sz="2550" dirty="0" spc="6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chức.</a:t>
            </a:r>
            <a:r>
              <a:rPr lang="en-US" sz="2550" dirty="0" spc="-3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2550" dirty="0" spc="-1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gặp</a:t>
            </a:r>
            <a:r>
              <a:rPr lang="en-US" sz="2550" dirty="0" spc="-5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550" dirty="0" spc="2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câu</a:t>
            </a:r>
            <a:r>
              <a:rPr lang="en-US" sz="2550" dirty="0" spc="-12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chuyện</a:t>
            </a:r>
            <a:r>
              <a:rPr lang="en-US" sz="2550" dirty="0" spc="-37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rất</a:t>
            </a:r>
            <a:r>
              <a:rPr lang="en-US" sz="2550" dirty="0" spc="-15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thuyết</a:t>
            </a:r>
            <a:r>
              <a:rPr lang="en-US" sz="2550" dirty="0" spc="-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phục</a:t>
            </a:r>
            <a:r>
              <a:rPr lang="en-US" sz="2550" dirty="0" spc="-18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về</a:t>
            </a:r>
            <a:r>
              <a:rPr lang="en-US" sz="2550" dirty="0" spc="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Jung,</a:t>
            </a:r>
            <a:r>
              <a:rPr lang="en-US" sz="2550" dirty="0" spc="-9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hãy</a:t>
            </a:r>
            <a:r>
              <a:rPr lang="en-US" sz="2550" dirty="0" spc="-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</a:t>
            </a:r>
            <a:r>
              <a:rPr lang="en-US" sz="2550" dirty="0" spc="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2550" dirty="0" spc="-19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xác</a:t>
            </a:r>
            <a:r>
              <a:rPr lang="en-US" sz="2550" dirty="0" spc="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 chính</a:t>
            </a:r>
            <a:r>
              <a:rPr lang="en-US" sz="2550" dirty="0" spc="-19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xác</a:t>
            </a:r>
            <a:r>
              <a:rPr lang="en-US" sz="2550" dirty="0" spc="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phần nào,</a:t>
            </a:r>
            <a:r>
              <a:rPr lang="en-US" sz="2550" dirty="0" spc="-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phần</a:t>
            </a:r>
            <a:r>
              <a:rPr lang="en-US" sz="2550" dirty="0" spc="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</a:t>
            </a:r>
            <a:r>
              <a:rPr lang="en-US" sz="2550" dirty="0" spc="-15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vẫn</a:t>
            </a:r>
            <a:r>
              <a:rPr lang="en-US" sz="2550" dirty="0" spc="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550" dirty="0" spc="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diễn giải</a:t>
            </a:r>
            <a:r>
              <a:rPr lang="en-US" sz="2550" dirty="0" spc="-19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dirty="0" spc="-2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550" dirty="0" spc="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550" dirty="0" spc="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</a:t>
            </a:r>
            <a:r>
              <a:rPr lang="en-US" sz="2550" dirty="0" spc="-9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sẽ</a:t>
            </a:r>
            <a:r>
              <a:rPr lang="en-US" sz="2550" dirty="0" spc="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khiến</a:t>
            </a:r>
            <a:r>
              <a:rPr lang="en-US" sz="2550" dirty="0" spc="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cách hiểu</a:t>
            </a:r>
            <a:r>
              <a:rPr lang="en-US" sz="2550" dirty="0" spc="-8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thay</a:t>
            </a:r>
            <a:r>
              <a:rPr lang="en-US" sz="2550" dirty="0" spc="1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đổi.</a:t>
            </a:r>
            <a:endParaRPr lang="en-US" sz="2550" dirty="0"/>
          </a:p>
        </p:txBody>
      </p:sp>
      <p:sp>
        <p:nvSpPr>
          <p:cNvPr id="20" name="Text 17"/>
          <p:cNvSpPr/>
          <p:nvPr/>
        </p:nvSpPr>
        <p:spPr>
          <a:xfrm>
            <a:off x="762000" y="9525000"/>
            <a:ext cx="16383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25" dirty="0" spc="2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J01</a:t>
            </a:r>
            <a:r>
              <a:rPr lang="en-US" sz="1725" dirty="0" spc="0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725" dirty="0" spc="-4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</a:t>
            </a:r>
            <a:endParaRPr lang="en-US" sz="1725" dirty="0"/>
          </a:p>
        </p:txBody>
      </p:sp>
      <p:sp>
        <p:nvSpPr>
          <p:cNvPr id="21" name="Text 18"/>
          <p:cNvSpPr/>
          <p:nvPr/>
        </p:nvSpPr>
        <p:spPr>
          <a:xfrm>
            <a:off x="762000" y="9953625"/>
            <a:ext cx="157162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2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J01</a:t>
            </a:r>
            <a:r>
              <a:rPr lang="en-US" sz="1650" dirty="0" spc="0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Visual edition</a:t>
            </a:r>
            <a:r>
              <a:rPr lang="en-US" sz="1650" dirty="0" spc="1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5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02/40</a:t>
            </a:r>
            <a:endParaRPr lang="en-US" sz="1650" dirty="0"/>
          </a:p>
        </p:txBody>
      </p:sp>
      <p:sp>
        <p:nvSpPr>
          <p:cNvPr id="22" name="Shape 19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3" name="Moda image moda-export-watermark-d1b1d43a-351d-4628-a6ef-8c0732a35fdc" descr="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76250"/>
            <a:ext cx="153352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🕰️ B · NỀN NGHỀ NGHIỆP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762000" y="1143000"/>
            <a:ext cx="16764000" cy="1476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500" b="1" dirty="0" spc="2" kern="0">
                <a:solidFill>
                  <a:srgbClr val="20242A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Jung</a:t>
            </a:r>
            <a:r>
              <a:rPr lang="en-US" sz="4500" b="1" dirty="0" spc="-40" kern="0">
                <a:solidFill>
                  <a:srgbClr val="20242A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trước</a:t>
            </a:r>
            <a:r>
              <a:rPr lang="en-US" sz="4500" b="1" dirty="0" spc="2" kern="0">
                <a:solidFill>
                  <a:srgbClr val="20242A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cuộc</a:t>
            </a:r>
            <a:r>
              <a:rPr lang="en-US" sz="4500" b="1" dirty="0" spc="-11" kern="0">
                <a:solidFill>
                  <a:srgbClr val="20242A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gặp</a:t>
            </a:r>
            <a:r>
              <a:rPr lang="en-US" sz="4500" b="1" dirty="0" spc="-19" kern="0">
                <a:solidFill>
                  <a:srgbClr val="20242A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Freud</a:t>
            </a:r>
            <a:endParaRPr lang="en-US" sz="4500" dirty="0"/>
          </a:p>
        </p:txBody>
      </p:sp>
      <p:pic>
        <p:nvPicPr>
          <p:cNvPr id="4" name="Moda flattened rect-1792822509320-483462260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602075" y="409575"/>
            <a:ext cx="590550" cy="59055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62000" y="3000375"/>
            <a:ext cx="5238750" cy="3333750"/>
          </a:xfrm>
          <a:prstGeom prst="roundRect">
            <a:avLst>
              <a:gd name="adj" fmla="val 3429"/>
            </a:avLst>
          </a:prstGeom>
          <a:solidFill>
            <a:srgbClr val="EDE8F5"/>
          </a:solidFill>
          <a:ln/>
        </p:spPr>
      </p:sp>
      <p:sp>
        <p:nvSpPr>
          <p:cNvPr id="6" name="Text 3"/>
          <p:cNvSpPr/>
          <p:nvPr/>
        </p:nvSpPr>
        <p:spPr>
          <a:xfrm>
            <a:off x="990600" y="3190875"/>
            <a:ext cx="85725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 kern="0">
                <a:solidFill>
                  <a:srgbClr val="493C89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1</a:t>
            </a:r>
            <a:endParaRPr lang="en-US" sz="2850" dirty="0"/>
          </a:p>
        </p:txBody>
      </p:sp>
      <p:sp>
        <p:nvSpPr>
          <p:cNvPr id="7" name="Text 4"/>
          <p:cNvSpPr/>
          <p:nvPr/>
        </p:nvSpPr>
        <p:spPr>
          <a:xfrm>
            <a:off x="1857375" y="3248025"/>
            <a:ext cx="3857625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75" b="1" dirty="0" spc="3" kern="0">
                <a:solidFill>
                  <a:srgbClr val="493C89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Y</a:t>
            </a:r>
            <a:r>
              <a:rPr lang="en-US" sz="2475" b="1" dirty="0" spc="-1" kern="0">
                <a:solidFill>
                  <a:srgbClr val="493C89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học</a:t>
            </a:r>
            <a:endParaRPr lang="en-US" sz="2475" dirty="0"/>
          </a:p>
        </p:txBody>
      </p:sp>
      <p:sp>
        <p:nvSpPr>
          <p:cNvPr id="8" name="Text 5"/>
          <p:cNvSpPr/>
          <p:nvPr/>
        </p:nvSpPr>
        <p:spPr>
          <a:xfrm>
            <a:off x="1047750" y="4191000"/>
            <a:ext cx="4667250" cy="2047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75" dirty="0" spc="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Nền</a:t>
            </a:r>
            <a:r>
              <a:rPr lang="en-US" sz="2475" dirty="0" spc="12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đào</a:t>
            </a:r>
            <a:r>
              <a:rPr lang="en-US" sz="2475" dirty="0" spc="-13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tạo</a:t>
            </a:r>
            <a:r>
              <a:rPr lang="en-US" sz="2475" dirty="0" spc="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475" dirty="0" spc="-9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475" dirty="0" spc="-2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bác</a:t>
            </a:r>
            <a:r>
              <a:rPr lang="en-US" sz="2475" dirty="0" spc="-5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sĩ.</a:t>
            </a:r>
            <a:endParaRPr lang="en-US" sz="2475" dirty="0"/>
          </a:p>
        </p:txBody>
      </p:sp>
      <p:sp>
        <p:nvSpPr>
          <p:cNvPr id="9" name="Shape 6"/>
          <p:cNvSpPr/>
          <p:nvPr/>
        </p:nvSpPr>
        <p:spPr>
          <a:xfrm>
            <a:off x="6381750" y="3000375"/>
            <a:ext cx="5238750" cy="3333750"/>
          </a:xfrm>
          <a:prstGeom prst="roundRect">
            <a:avLst>
              <a:gd name="adj" fmla="val 3429"/>
            </a:avLst>
          </a:prstGeom>
          <a:solidFill>
            <a:srgbClr val="EDE8F5"/>
          </a:solidFill>
          <a:ln/>
        </p:spPr>
      </p:sp>
      <p:sp>
        <p:nvSpPr>
          <p:cNvPr id="10" name="Text 7"/>
          <p:cNvSpPr/>
          <p:nvPr/>
        </p:nvSpPr>
        <p:spPr>
          <a:xfrm>
            <a:off x="6610350" y="3190875"/>
            <a:ext cx="85725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 spc="3" kern="0">
                <a:solidFill>
                  <a:srgbClr val="493C89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2</a:t>
            </a:r>
            <a:endParaRPr lang="en-US" sz="2850" dirty="0"/>
          </a:p>
        </p:txBody>
      </p:sp>
      <p:sp>
        <p:nvSpPr>
          <p:cNvPr id="11" name="Text 8"/>
          <p:cNvSpPr/>
          <p:nvPr/>
        </p:nvSpPr>
        <p:spPr>
          <a:xfrm>
            <a:off x="7477125" y="3248025"/>
            <a:ext cx="3857625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75" b="1" dirty="0" spc="-5" kern="0">
                <a:solidFill>
                  <a:srgbClr val="493C89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Burghölzli</a:t>
            </a:r>
            <a:endParaRPr lang="en-US" sz="2475" dirty="0"/>
          </a:p>
        </p:txBody>
      </p:sp>
      <p:sp>
        <p:nvSpPr>
          <p:cNvPr id="12" name="Text 9"/>
          <p:cNvSpPr/>
          <p:nvPr/>
        </p:nvSpPr>
        <p:spPr>
          <a:xfrm>
            <a:off x="6667500" y="4191000"/>
            <a:ext cx="4667250" cy="2047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75" dirty="0" spc="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Môi</a:t>
            </a:r>
            <a:r>
              <a:rPr lang="en-US" sz="2475" dirty="0" spc="5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trường</a:t>
            </a:r>
            <a:r>
              <a:rPr lang="en-US" sz="2475" dirty="0" spc="-14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tâm</a:t>
            </a:r>
            <a:r>
              <a:rPr lang="en-US" sz="2475" dirty="0" spc="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thần</a:t>
            </a:r>
            <a:r>
              <a:rPr lang="en-US" sz="2475" dirty="0" spc="-2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học.</a:t>
            </a:r>
            <a:endParaRPr lang="en-US" sz="2475" dirty="0"/>
          </a:p>
        </p:txBody>
      </p:sp>
      <p:sp>
        <p:nvSpPr>
          <p:cNvPr id="13" name="Shape 10"/>
          <p:cNvSpPr/>
          <p:nvPr/>
        </p:nvSpPr>
        <p:spPr>
          <a:xfrm>
            <a:off x="12001500" y="3000375"/>
            <a:ext cx="5238750" cy="3333750"/>
          </a:xfrm>
          <a:prstGeom prst="roundRect">
            <a:avLst>
              <a:gd name="adj" fmla="val 3429"/>
            </a:avLst>
          </a:prstGeom>
          <a:solidFill>
            <a:srgbClr val="EDE8F5"/>
          </a:solidFill>
          <a:ln/>
        </p:spPr>
      </p:sp>
      <p:sp>
        <p:nvSpPr>
          <p:cNvPr id="14" name="Text 11"/>
          <p:cNvSpPr/>
          <p:nvPr/>
        </p:nvSpPr>
        <p:spPr>
          <a:xfrm>
            <a:off x="12230100" y="3190875"/>
            <a:ext cx="85725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 spc="2" kern="0">
                <a:solidFill>
                  <a:srgbClr val="493C89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3</a:t>
            </a:r>
            <a:endParaRPr lang="en-US" sz="2850" dirty="0"/>
          </a:p>
        </p:txBody>
      </p:sp>
      <p:sp>
        <p:nvSpPr>
          <p:cNvPr id="15" name="Text 12"/>
          <p:cNvSpPr/>
          <p:nvPr/>
        </p:nvSpPr>
        <p:spPr>
          <a:xfrm>
            <a:off x="13096875" y="3248025"/>
            <a:ext cx="3857625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75" b="1" dirty="0" spc="-7" kern="0">
                <a:solidFill>
                  <a:srgbClr val="493C89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Câu</a:t>
            </a:r>
            <a:r>
              <a:rPr lang="en-US" sz="2475" b="1" dirty="0" spc="0" kern="0">
                <a:solidFill>
                  <a:srgbClr val="493C89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hỏi riêng</a:t>
            </a:r>
            <a:endParaRPr lang="en-US" sz="2475" dirty="0"/>
          </a:p>
        </p:txBody>
      </p:sp>
      <p:sp>
        <p:nvSpPr>
          <p:cNvPr id="16" name="Text 13"/>
          <p:cNvSpPr/>
          <p:nvPr/>
        </p:nvSpPr>
        <p:spPr>
          <a:xfrm>
            <a:off x="12287250" y="4191000"/>
            <a:ext cx="4667250" cy="2047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75" dirty="0" spc="4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2475" dirty="0" spc="-16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bắt</a:t>
            </a:r>
            <a:r>
              <a:rPr lang="en-US" sz="2475" dirty="0" spc="12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đầu</a:t>
            </a:r>
            <a:r>
              <a:rPr lang="en-US" sz="2475" dirty="0" spc="-3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 việc</a:t>
            </a:r>
            <a:r>
              <a:rPr lang="en-US" sz="2475" dirty="0" spc="2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phản</a:t>
            </a:r>
            <a:r>
              <a:rPr lang="en-US" sz="2475" dirty="0" spc="13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</a:t>
            </a:r>
            <a:r>
              <a:rPr lang="en-US" sz="2475" dirty="0" spc="-34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Freud.</a:t>
            </a:r>
            <a:endParaRPr lang="en-US" sz="2475" dirty="0"/>
          </a:p>
        </p:txBody>
      </p:sp>
      <p:sp>
        <p:nvSpPr>
          <p:cNvPr id="17" name="Text 14"/>
          <p:cNvSpPr/>
          <p:nvPr/>
        </p:nvSpPr>
        <p:spPr>
          <a:xfrm>
            <a:off x="857250" y="7048500"/>
            <a:ext cx="16383000" cy="209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Jung là</a:t>
            </a:r>
            <a:r>
              <a:rPr lang="en-US" sz="2550" dirty="0" spc="-3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bác</a:t>
            </a:r>
            <a:r>
              <a:rPr lang="en-US" sz="2550" dirty="0" spc="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sĩ</a:t>
            </a:r>
            <a:r>
              <a:rPr lang="en-US" sz="2550" dirty="0" spc="-1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tâm</a:t>
            </a:r>
            <a:r>
              <a:rPr lang="en-US" sz="2550" dirty="0" spc="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thần</a:t>
            </a:r>
            <a:r>
              <a:rPr lang="en-US" sz="2550" dirty="0" spc="-3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Thụy</a:t>
            </a:r>
            <a:r>
              <a:rPr lang="en-US" sz="2550" dirty="0" spc="-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Sĩ</a:t>
            </a:r>
            <a:r>
              <a:rPr lang="en-US" sz="2550" dirty="0" spc="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 môi</a:t>
            </a:r>
            <a:r>
              <a:rPr lang="en-US" sz="2550" dirty="0" spc="5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trường</a:t>
            </a:r>
            <a:r>
              <a:rPr lang="en-US" sz="2550" dirty="0" spc="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nghề nghiệp</a:t>
            </a:r>
            <a:r>
              <a:rPr lang="en-US" sz="2550" dirty="0" spc="-18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dirty="0" spc="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công</a:t>
            </a:r>
            <a:r>
              <a:rPr lang="en-US" sz="2550" dirty="0" spc="-3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</a:t>
            </a:r>
            <a:r>
              <a:rPr lang="en-US" sz="2550" dirty="0" spc="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nghiên</a:t>
            </a:r>
            <a:r>
              <a:rPr lang="en-US" sz="2550" dirty="0" spc="18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cứu</a:t>
            </a:r>
            <a:r>
              <a:rPr lang="en-US" sz="2550" dirty="0" spc="9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riêng</a:t>
            </a:r>
            <a:r>
              <a:rPr lang="en-US" sz="2550" dirty="0" spc="6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trước</a:t>
            </a:r>
            <a:r>
              <a:rPr lang="en-US" sz="2550" dirty="0" spc="-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2550" dirty="0" spc="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cộng</a:t>
            </a:r>
            <a:r>
              <a:rPr lang="en-US" sz="2550" dirty="0" spc="-1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tác</a:t>
            </a:r>
            <a:r>
              <a:rPr lang="en-US" sz="2550" dirty="0" spc="-15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2550" dirty="0" spc="-3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Freud.</a:t>
            </a:r>
            <a:r>
              <a:rPr lang="en-US" sz="2550" dirty="0" spc="3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Nếu</a:t>
            </a:r>
            <a:r>
              <a:rPr lang="en-US" sz="2550" dirty="0" spc="-14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bắt</a:t>
            </a:r>
            <a:r>
              <a:rPr lang="en-US" sz="2550" dirty="0" spc="15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đầu</a:t>
            </a:r>
            <a:r>
              <a:rPr lang="en-US" sz="2550" dirty="0" spc="2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tiểu</a:t>
            </a:r>
            <a:r>
              <a:rPr lang="en-US" sz="2550" dirty="0" spc="-4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sử</a:t>
            </a:r>
            <a:r>
              <a:rPr lang="en-US" sz="2550" dirty="0" spc="-2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bằng</a:t>
            </a:r>
            <a:r>
              <a:rPr lang="en-US" sz="2550" dirty="0" spc="-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nhãn “học</a:t>
            </a:r>
            <a:r>
              <a:rPr lang="en-US" sz="2550" dirty="0" spc="-25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trò</a:t>
            </a:r>
            <a:r>
              <a:rPr lang="en-US" sz="2550" dirty="0" spc="-26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rồi</a:t>
            </a:r>
            <a:r>
              <a:rPr lang="en-US" sz="2550" dirty="0" spc="-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nổi</a:t>
            </a:r>
            <a:r>
              <a:rPr lang="en-US" sz="2550" dirty="0" spc="-2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loạn”,</a:t>
            </a:r>
            <a:r>
              <a:rPr lang="en-US" sz="2550" dirty="0" spc="-17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ta</a:t>
            </a:r>
            <a:r>
              <a:rPr lang="en-US" sz="2550" dirty="0" spc="-9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sẽ</a:t>
            </a:r>
            <a:r>
              <a:rPr lang="en-US" sz="2550" dirty="0" spc="-2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vô</a:t>
            </a:r>
            <a:r>
              <a:rPr lang="en-US" sz="2550" dirty="0" spc="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tình</a:t>
            </a:r>
            <a:r>
              <a:rPr lang="en-US" sz="2550" dirty="0" spc="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biến mọi</a:t>
            </a:r>
            <a:r>
              <a:rPr lang="en-US" sz="2550" dirty="0" spc="-4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sự</a:t>
            </a:r>
            <a:r>
              <a:rPr lang="en-US" sz="2550" dirty="0" spc="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kiện</a:t>
            </a:r>
            <a:r>
              <a:rPr lang="en-US" sz="2550" dirty="0" spc="6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trước</a:t>
            </a:r>
            <a:r>
              <a:rPr lang="en-US" sz="2550" dirty="0" spc="17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đó</a:t>
            </a:r>
            <a:r>
              <a:rPr lang="en-US" sz="2550" dirty="0" spc="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thành</a:t>
            </a:r>
            <a:r>
              <a:rPr lang="en-US" sz="2550" dirty="0" spc="7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đoạn</a:t>
            </a:r>
            <a:r>
              <a:rPr lang="en-US" sz="2550" dirty="0" spc="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mở</a:t>
            </a:r>
            <a:r>
              <a:rPr lang="en-US" sz="2550" dirty="0" spc="15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đầu</a:t>
            </a:r>
            <a:r>
              <a:rPr lang="en-US" sz="2550" dirty="0" spc="-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550" dirty="0" spc="-5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550" dirty="0" spc="-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cuộc chia</a:t>
            </a:r>
            <a:r>
              <a:rPr lang="en-US" sz="2550" dirty="0" spc="-17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tay.</a:t>
            </a:r>
            <a:r>
              <a:rPr lang="en-US" sz="2550" dirty="0" spc="2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2550" dirty="0" spc="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chọn</a:t>
            </a:r>
            <a:r>
              <a:rPr lang="en-US" sz="2550" dirty="0" spc="-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nhìn</a:t>
            </a:r>
            <a:r>
              <a:rPr lang="en-US" sz="2550" dirty="0" spc="6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ngược</a:t>
            </a:r>
            <a:r>
              <a:rPr lang="en-US" sz="2550" dirty="0" spc="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lại:</a:t>
            </a:r>
            <a:r>
              <a:rPr lang="en-US" sz="2550" dirty="0" spc="6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trước</a:t>
            </a:r>
            <a:r>
              <a:rPr lang="en-US" sz="2550" dirty="0" spc="-6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hết</a:t>
            </a:r>
            <a:r>
              <a:rPr lang="en-US" sz="2550" dirty="0" spc="2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r>
              <a:rPr lang="en-US" sz="2550" dirty="0" spc="-2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vị</a:t>
            </a:r>
            <a:r>
              <a:rPr lang="en-US" sz="2550" dirty="0" spc="2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câu</a:t>
            </a:r>
            <a:r>
              <a:rPr lang="en-US" sz="2550" dirty="0" spc="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</a:t>
            </a:r>
            <a:r>
              <a:rPr lang="en-US" sz="2550" dirty="0" spc="-12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chuyên</a:t>
            </a:r>
            <a:r>
              <a:rPr lang="en-US" sz="2550" dirty="0" spc="-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môn,</a:t>
            </a:r>
            <a:r>
              <a:rPr lang="en-US" sz="2550" dirty="0" spc="-6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sau</a:t>
            </a:r>
            <a:r>
              <a:rPr lang="en-US" sz="2550" dirty="0" spc="17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đó</a:t>
            </a:r>
            <a:r>
              <a:rPr lang="en-US" sz="2550" dirty="0" spc="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 khảo</a:t>
            </a:r>
            <a:r>
              <a:rPr lang="en-US" sz="2550" dirty="0" spc="-19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sát</a:t>
            </a:r>
            <a:r>
              <a:rPr lang="en-US" sz="2550" dirty="0" spc="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quan</a:t>
            </a:r>
            <a:r>
              <a:rPr lang="en-US" sz="2550" dirty="0" spc="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hệ cộng</a:t>
            </a:r>
            <a:r>
              <a:rPr lang="en-US" sz="2550" dirty="0" spc="-8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tác.</a:t>
            </a:r>
            <a:endParaRPr lang="en-US" sz="2550" dirty="0"/>
          </a:p>
        </p:txBody>
      </p:sp>
      <p:sp>
        <p:nvSpPr>
          <p:cNvPr id="18" name="Text 15"/>
          <p:cNvSpPr/>
          <p:nvPr/>
        </p:nvSpPr>
        <p:spPr>
          <a:xfrm>
            <a:off x="762000" y="9525000"/>
            <a:ext cx="16383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25" dirty="0" spc="1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[S1]</a:t>
            </a:r>
            <a:r>
              <a:rPr lang="en-US" sz="1725" dirty="0" spc="-25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LOC,</a:t>
            </a:r>
            <a:r>
              <a:rPr lang="en-US" sz="1725" dirty="0" spc="0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mở</a:t>
            </a:r>
            <a:r>
              <a:rPr lang="en-US" sz="1725" dirty="0" spc="10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đầu</a:t>
            </a:r>
            <a:r>
              <a:rPr lang="en-US" sz="1725" dirty="0" spc="-1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725" dirty="0" spc="0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[S2] Philemon</a:t>
            </a:r>
            <a:endParaRPr lang="en-US" sz="1725" dirty="0"/>
          </a:p>
        </p:txBody>
      </p:sp>
      <p:sp>
        <p:nvSpPr>
          <p:cNvPr id="19" name="Text 16"/>
          <p:cNvSpPr/>
          <p:nvPr/>
        </p:nvSpPr>
        <p:spPr>
          <a:xfrm>
            <a:off x="762000" y="9953625"/>
            <a:ext cx="157162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2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J01</a:t>
            </a:r>
            <a:r>
              <a:rPr lang="en-US" sz="1650" dirty="0" spc="0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Visual edition</a:t>
            </a:r>
            <a:r>
              <a:rPr lang="en-US" sz="1650" dirty="0" spc="1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7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03/40</a:t>
            </a:r>
            <a:endParaRPr lang="en-US" sz="1650" dirty="0"/>
          </a:p>
        </p:txBody>
      </p:sp>
      <p:sp>
        <p:nvSpPr>
          <p:cNvPr id="20" name="Shape 17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1" name="Moda image moda-export-watermark-8048dbac-a10f-4fb4-9e0e-2b919f573920" descr="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76250"/>
            <a:ext cx="153352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🕰️ B · BỐI CẢNH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762000" y="1143000"/>
            <a:ext cx="16764000" cy="1476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500" b="1" dirty="0" spc="2" kern="0">
                <a:solidFill>
                  <a:srgbClr val="20242A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Ba</a:t>
            </a:r>
            <a:r>
              <a:rPr lang="en-US" sz="4500" b="1" dirty="0" spc="-23" kern="0">
                <a:solidFill>
                  <a:srgbClr val="20242A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lớp</a:t>
            </a:r>
            <a:r>
              <a:rPr lang="en-US" sz="4500" b="1" dirty="0" spc="2" kern="0">
                <a:solidFill>
                  <a:srgbClr val="20242A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bối</a:t>
            </a:r>
            <a:r>
              <a:rPr lang="en-US" sz="4500" b="1" dirty="0" spc="3" kern="0">
                <a:solidFill>
                  <a:srgbClr val="20242A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cảnh</a:t>
            </a:r>
            <a:r>
              <a:rPr lang="en-US" sz="4500" b="1" dirty="0" spc="-40" kern="0">
                <a:solidFill>
                  <a:srgbClr val="20242A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trước</a:t>
            </a:r>
            <a:r>
              <a:rPr lang="en-US" sz="4500" b="1" dirty="0" spc="2" kern="0">
                <a:solidFill>
                  <a:srgbClr val="20242A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phong</a:t>
            </a:r>
            <a:r>
              <a:rPr lang="en-US" sz="4500" b="1" dirty="0" spc="-18" kern="0">
                <a:solidFill>
                  <a:srgbClr val="20242A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trào</a:t>
            </a:r>
            <a:endParaRPr lang="en-US" sz="4500" dirty="0"/>
          </a:p>
        </p:txBody>
      </p:sp>
      <p:pic>
        <p:nvPicPr>
          <p:cNvPr id="4" name="Moda flattened rect-1792822512210-676388072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602075" y="409575"/>
            <a:ext cx="590550" cy="59055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62000" y="3857625"/>
            <a:ext cx="3905250" cy="1714500"/>
          </a:xfrm>
          <a:prstGeom prst="roundRect">
            <a:avLst>
              <a:gd name="adj" fmla="val 6667"/>
            </a:avLst>
          </a:prstGeom>
          <a:solidFill>
            <a:srgbClr val="493C89"/>
          </a:solidFill>
          <a:ln/>
        </p:spPr>
      </p:sp>
      <p:sp>
        <p:nvSpPr>
          <p:cNvPr id="6" name="Text 3"/>
          <p:cNvSpPr/>
          <p:nvPr/>
        </p:nvSpPr>
        <p:spPr>
          <a:xfrm>
            <a:off x="1047750" y="4191000"/>
            <a:ext cx="3286125" cy="1095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 spc="-3" kern="0">
                <a:solidFill>
                  <a:srgbClr val="F5F0E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Cần</a:t>
            </a:r>
            <a:r>
              <a:rPr lang="en-US" sz="3000" b="1" dirty="0" spc="0" kern="0">
                <a:solidFill>
                  <a:srgbClr val="F5F0E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phân</a:t>
            </a:r>
            <a:r>
              <a:rPr lang="en-US" sz="3000" b="1" dirty="0" spc="1" kern="0">
                <a:solidFill>
                  <a:srgbClr val="F5F0E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biệt</a:t>
            </a:r>
            <a:endParaRPr lang="en-US" sz="3000" dirty="0"/>
          </a:p>
          <a:p>
            <a:pPr algn="l" indent="0" marL="0">
              <a:buNone/>
            </a:pPr>
            <a:r>
              <a:rPr lang="en-US" sz="3000" b="1" dirty="0" spc="11" kern="0">
                <a:solidFill>
                  <a:srgbClr val="F5F0E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điều</a:t>
            </a:r>
            <a:r>
              <a:rPr lang="en-US" sz="3000" b="1" dirty="0" spc="-7" kern="0">
                <a:solidFill>
                  <a:srgbClr val="F5F0E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gì?</a:t>
            </a:r>
            <a:endParaRPr lang="en-US" sz="3000" dirty="0"/>
          </a:p>
        </p:txBody>
      </p:sp>
      <p:sp>
        <p:nvSpPr>
          <p:cNvPr id="7" name="Shape 4"/>
          <p:cNvSpPr/>
          <p:nvPr/>
        </p:nvSpPr>
        <p:spPr>
          <a:xfrm>
            <a:off x="6953250" y="2857500"/>
            <a:ext cx="10287000" cy="1047750"/>
          </a:xfrm>
          <a:prstGeom prst="roundRect">
            <a:avLst>
              <a:gd name="adj" fmla="val 10909"/>
            </a:avLst>
          </a:prstGeom>
          <a:solidFill>
            <a:srgbClr val="EDE8F5"/>
          </a:solidFill>
          <a:ln/>
        </p:spPr>
      </p:sp>
      <p:sp>
        <p:nvSpPr>
          <p:cNvPr id="8" name="Text 5"/>
          <p:cNvSpPr/>
          <p:nvPr/>
        </p:nvSpPr>
        <p:spPr>
          <a:xfrm>
            <a:off x="7239000" y="3048000"/>
            <a:ext cx="295275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 spc="-2" kern="0">
                <a:solidFill>
                  <a:srgbClr val="493C89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Cơ sở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10477500" y="3028950"/>
            <a:ext cx="6429375" cy="809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-2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Nơi</a:t>
            </a:r>
            <a:r>
              <a:rPr lang="en-US" sz="2400" dirty="0" spc="3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r>
              <a:rPr lang="en-US" sz="2400" dirty="0" spc="-5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</a:t>
            </a:r>
            <a:r>
              <a:rPr lang="en-US" sz="2400" dirty="0" spc="-15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400" dirty="0" spc="6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400" dirty="0" spc="-2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bệnh.</a:t>
            </a:r>
            <a:endParaRPr lang="en-US" sz="2400" dirty="0"/>
          </a:p>
        </p:txBody>
      </p:sp>
      <p:sp>
        <p:nvSpPr>
          <p:cNvPr id="10" name="Shape 7"/>
          <p:cNvSpPr/>
          <p:nvPr/>
        </p:nvSpPr>
        <p:spPr>
          <a:xfrm>
            <a:off x="6953250" y="4095750"/>
            <a:ext cx="10287000" cy="1047750"/>
          </a:xfrm>
          <a:prstGeom prst="roundRect">
            <a:avLst>
              <a:gd name="adj" fmla="val 10909"/>
            </a:avLst>
          </a:prstGeom>
          <a:solidFill>
            <a:srgbClr val="EDE8F5"/>
          </a:solidFill>
          <a:ln/>
        </p:spPr>
      </p:sp>
      <p:sp>
        <p:nvSpPr>
          <p:cNvPr id="11" name="Text 8"/>
          <p:cNvSpPr/>
          <p:nvPr/>
        </p:nvSpPr>
        <p:spPr>
          <a:xfrm>
            <a:off x="7239000" y="4286250"/>
            <a:ext cx="295275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 spc="-21" kern="0">
                <a:solidFill>
                  <a:srgbClr val="493C89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Phương</a:t>
            </a:r>
            <a:r>
              <a:rPr lang="en-US" sz="2400" b="1" dirty="0" spc="0" kern="0">
                <a:solidFill>
                  <a:srgbClr val="493C89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pháp</a:t>
            </a:r>
            <a:endParaRPr lang="en-US" sz="2400" dirty="0"/>
          </a:p>
        </p:txBody>
      </p:sp>
      <p:sp>
        <p:nvSpPr>
          <p:cNvPr id="12" name="Text 9"/>
          <p:cNvSpPr/>
          <p:nvPr/>
        </p:nvSpPr>
        <p:spPr>
          <a:xfrm>
            <a:off x="10477500" y="4267200"/>
            <a:ext cx="6429375" cy="809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-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Quan</a:t>
            </a:r>
            <a:r>
              <a:rPr lang="en-US" sz="2400" dirty="0" spc="-13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sát,</a:t>
            </a:r>
            <a:r>
              <a:rPr lang="en-US" sz="2400" dirty="0" spc="-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liên</a:t>
            </a:r>
            <a:r>
              <a:rPr lang="en-US" sz="2400" dirty="0" spc="7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tưởng,</a:t>
            </a:r>
            <a:r>
              <a:rPr lang="en-US" sz="2400" dirty="0" spc="-9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so</a:t>
            </a:r>
            <a:r>
              <a:rPr lang="en-US" sz="2400" dirty="0" spc="-4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sánh.</a:t>
            </a:r>
            <a:endParaRPr lang="en-US" sz="2400" dirty="0"/>
          </a:p>
        </p:txBody>
      </p:sp>
      <p:sp>
        <p:nvSpPr>
          <p:cNvPr id="13" name="Shape 10"/>
          <p:cNvSpPr/>
          <p:nvPr/>
        </p:nvSpPr>
        <p:spPr>
          <a:xfrm>
            <a:off x="6953250" y="5334000"/>
            <a:ext cx="10287000" cy="1047750"/>
          </a:xfrm>
          <a:prstGeom prst="roundRect">
            <a:avLst>
              <a:gd name="adj" fmla="val 10909"/>
            </a:avLst>
          </a:prstGeom>
          <a:solidFill>
            <a:srgbClr val="EDE8F5"/>
          </a:solidFill>
          <a:ln/>
        </p:spPr>
      </p:sp>
      <p:sp>
        <p:nvSpPr>
          <p:cNvPr id="14" name="Text 11"/>
          <p:cNvSpPr/>
          <p:nvPr/>
        </p:nvSpPr>
        <p:spPr>
          <a:xfrm>
            <a:off x="7239000" y="5524500"/>
            <a:ext cx="295275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 spc="2" kern="0">
                <a:solidFill>
                  <a:srgbClr val="493C89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Diễn</a:t>
            </a:r>
            <a:r>
              <a:rPr lang="en-US" sz="2400" b="1" dirty="0" spc="3" kern="0">
                <a:solidFill>
                  <a:srgbClr val="493C89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đàn</a:t>
            </a:r>
            <a:endParaRPr lang="en-US" sz="2400" dirty="0"/>
          </a:p>
        </p:txBody>
      </p:sp>
      <p:sp>
        <p:nvSpPr>
          <p:cNvPr id="15" name="Text 12"/>
          <p:cNvSpPr/>
          <p:nvPr/>
        </p:nvSpPr>
        <p:spPr>
          <a:xfrm>
            <a:off x="10477500" y="5505450"/>
            <a:ext cx="6429375" cy="809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Cộng sự</a:t>
            </a:r>
            <a:r>
              <a:rPr lang="en-US" sz="2400" dirty="0" spc="-15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400" dirty="0" spc="-16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trao</a:t>
            </a:r>
            <a:r>
              <a:rPr lang="en-US" sz="2400" dirty="0" spc="12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</a:t>
            </a:r>
            <a:r>
              <a:rPr lang="en-US" sz="2400" dirty="0" spc="-3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học</a:t>
            </a:r>
            <a:r>
              <a:rPr lang="en-US" sz="2400" dirty="0" spc="-6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thuật.</a:t>
            </a:r>
            <a:endParaRPr lang="en-US" sz="2400" dirty="0"/>
          </a:p>
        </p:txBody>
      </p:sp>
      <p:sp>
        <p:nvSpPr>
          <p:cNvPr id="16" name="Connector line-1792822512223-494395745"/>
          <p:cNvSpPr/>
          <p:nvPr/>
        </p:nvSpPr>
        <p:spPr>
          <a:xfrm>
            <a:off x="4667250" y="4714875"/>
            <a:ext cx="1238250" cy="0"/>
          </a:xfrm>
          <a:prstGeom prst="line">
            <a:avLst/>
          </a:prstGeom>
          <a:noFill/>
          <a:ln w="28575">
            <a:solidFill>
              <a:srgbClr val="493C89"/>
            </a:solidFill>
            <a:prstDash val="solid"/>
            <a:headEnd type="none"/>
            <a:tailEnd type="none"/>
          </a:ln>
        </p:spPr>
      </p:sp>
      <p:sp>
        <p:nvSpPr>
          <p:cNvPr id="17" name="Connector line-1792822512223-266885966"/>
          <p:cNvSpPr/>
          <p:nvPr/>
        </p:nvSpPr>
        <p:spPr>
          <a:xfrm>
            <a:off x="5905500" y="3381375"/>
            <a:ext cx="0" cy="2476500"/>
          </a:xfrm>
          <a:prstGeom prst="line">
            <a:avLst/>
          </a:prstGeom>
          <a:noFill/>
          <a:ln w="28575">
            <a:solidFill>
              <a:srgbClr val="493C89"/>
            </a:solidFill>
            <a:prstDash val="solid"/>
            <a:headEnd type="none"/>
            <a:tailEnd type="none"/>
          </a:ln>
        </p:spPr>
      </p:sp>
      <p:sp>
        <p:nvSpPr>
          <p:cNvPr id="18" name="Connector line-1792822512223-214543586"/>
          <p:cNvSpPr/>
          <p:nvPr/>
        </p:nvSpPr>
        <p:spPr>
          <a:xfrm>
            <a:off x="5905500" y="3381375"/>
            <a:ext cx="1047750" cy="0"/>
          </a:xfrm>
          <a:prstGeom prst="line">
            <a:avLst/>
          </a:prstGeom>
          <a:noFill/>
          <a:ln w="28575">
            <a:solidFill>
              <a:srgbClr val="493C89"/>
            </a:solidFill>
            <a:prstDash val="solid"/>
            <a:headEnd type="none"/>
            <a:tailEnd type="triangle" w="lg" len="lg"/>
          </a:ln>
        </p:spPr>
      </p:sp>
      <p:sp>
        <p:nvSpPr>
          <p:cNvPr id="19" name="Connector line-1792822512223-115075640"/>
          <p:cNvSpPr/>
          <p:nvPr/>
        </p:nvSpPr>
        <p:spPr>
          <a:xfrm>
            <a:off x="5905500" y="4619625"/>
            <a:ext cx="1047750" cy="0"/>
          </a:xfrm>
          <a:prstGeom prst="line">
            <a:avLst/>
          </a:prstGeom>
          <a:noFill/>
          <a:ln w="28575">
            <a:solidFill>
              <a:srgbClr val="493C89"/>
            </a:solidFill>
            <a:prstDash val="solid"/>
            <a:headEnd type="none"/>
            <a:tailEnd type="triangle" w="lg" len="lg"/>
          </a:ln>
        </p:spPr>
      </p:sp>
      <p:sp>
        <p:nvSpPr>
          <p:cNvPr id="20" name="Connector line-1792822512223-794405803"/>
          <p:cNvSpPr/>
          <p:nvPr/>
        </p:nvSpPr>
        <p:spPr>
          <a:xfrm>
            <a:off x="5905500" y="5857875"/>
            <a:ext cx="1047750" cy="0"/>
          </a:xfrm>
          <a:prstGeom prst="line">
            <a:avLst/>
          </a:prstGeom>
          <a:noFill/>
          <a:ln w="28575">
            <a:solidFill>
              <a:srgbClr val="493C89"/>
            </a:solidFill>
            <a:prstDash val="solid"/>
            <a:headEnd type="none"/>
            <a:tailEnd type="triangle" w="lg" len="lg"/>
          </a:ln>
        </p:spPr>
      </p:sp>
      <p:sp>
        <p:nvSpPr>
          <p:cNvPr id="21" name="Text 18"/>
          <p:cNvSpPr/>
          <p:nvPr/>
        </p:nvSpPr>
        <p:spPr>
          <a:xfrm>
            <a:off x="857250" y="7048500"/>
            <a:ext cx="16383000" cy="209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7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Một</a:t>
            </a:r>
            <a:r>
              <a:rPr lang="en-US" sz="2550" dirty="0" spc="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cơ</a:t>
            </a:r>
            <a:r>
              <a:rPr lang="en-US" sz="2550" dirty="0" spc="-1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sở</a:t>
            </a:r>
            <a:r>
              <a:rPr lang="en-US" sz="2550" dirty="0" spc="22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điều</a:t>
            </a:r>
            <a:r>
              <a:rPr lang="en-US" sz="2550" dirty="0" spc="1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trị,</a:t>
            </a:r>
            <a:r>
              <a:rPr lang="en-US" sz="2550" dirty="0" spc="-5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550" dirty="0" spc="-12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truyền</a:t>
            </a:r>
            <a:r>
              <a:rPr lang="en-US" sz="2550" dirty="0" spc="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thống</a:t>
            </a:r>
            <a:r>
              <a:rPr lang="en-US" sz="2550" dirty="0" spc="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nghiên</a:t>
            </a:r>
            <a:r>
              <a:rPr lang="en-US" sz="2550" dirty="0" spc="19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cứu</a:t>
            </a:r>
            <a:r>
              <a:rPr lang="en-US" sz="2550" dirty="0" spc="-19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dirty="0" spc="-5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550" dirty="0" spc="-1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tập</a:t>
            </a:r>
            <a:r>
              <a:rPr lang="en-US" sz="2550" dirty="0" spc="-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hợp</a:t>
            </a:r>
            <a:r>
              <a:rPr lang="en-US" sz="2550" dirty="0" spc="2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câu</a:t>
            </a:r>
            <a:r>
              <a:rPr lang="en-US" sz="2550" dirty="0" spc="-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</a:t>
            </a:r>
            <a:r>
              <a:rPr lang="en-US" sz="2550" dirty="0" spc="-1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tạo</a:t>
            </a:r>
            <a:r>
              <a:rPr lang="en-US" sz="2550" dirty="0" spc="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nên</a:t>
            </a:r>
            <a:r>
              <a:rPr lang="en-US" sz="2550" dirty="0" spc="-4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bối</a:t>
            </a:r>
            <a:r>
              <a:rPr lang="en-US" sz="2550" dirty="0" spc="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cảnh</a:t>
            </a:r>
            <a:r>
              <a:rPr lang="en-US" sz="2550" dirty="0" spc="-2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550" dirty="0" spc="-5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550" dirty="0" spc="-1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tác</a:t>
            </a:r>
            <a:r>
              <a:rPr lang="en-US" sz="2550" dirty="0" spc="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giả.</a:t>
            </a:r>
            <a:r>
              <a:rPr lang="en-US" sz="2550" dirty="0" spc="-12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Đặt</a:t>
            </a:r>
            <a:r>
              <a:rPr lang="en-US" sz="2550" dirty="0" spc="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Jung</a:t>
            </a:r>
            <a:r>
              <a:rPr lang="en-US" sz="2550" dirty="0" spc="-17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550" dirty="0" spc="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môi</a:t>
            </a:r>
            <a:r>
              <a:rPr lang="en-US" sz="2550" dirty="0" spc="5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trường</a:t>
            </a:r>
            <a:r>
              <a:rPr lang="en-US" sz="2550" dirty="0" spc="-8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Burghölzli</a:t>
            </a:r>
            <a:r>
              <a:rPr lang="en-US" sz="2550" dirty="0" spc="-18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dirty="0" spc="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quan</a:t>
            </a:r>
            <a:r>
              <a:rPr lang="en-US" sz="2550" dirty="0" spc="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hệ</a:t>
            </a:r>
            <a:r>
              <a:rPr lang="en-US" sz="2550" dirty="0" spc="-12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chuyên</a:t>
            </a:r>
            <a:r>
              <a:rPr lang="en-US" sz="2550" dirty="0" spc="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môn</a:t>
            </a:r>
            <a:r>
              <a:rPr lang="en-US" sz="2550" dirty="0" spc="-15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2550" dirty="0" spc="2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Bleuler</a:t>
            </a:r>
            <a:r>
              <a:rPr lang="en-US" sz="2550" dirty="0" spc="-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giúp</a:t>
            </a:r>
            <a:r>
              <a:rPr lang="en-US" sz="2550" dirty="0" spc="-16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ta</a:t>
            </a:r>
            <a:r>
              <a:rPr lang="en-US" sz="2550" dirty="0" spc="-17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tránh</a:t>
            </a:r>
            <a:r>
              <a:rPr lang="en-US" sz="2550" dirty="0" spc="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2550" dirty="0" spc="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dung</a:t>
            </a:r>
            <a:r>
              <a:rPr lang="en-US" sz="2550" dirty="0" spc="-3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học</a:t>
            </a:r>
            <a:r>
              <a:rPr lang="en-US" sz="2550" dirty="0" spc="-14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thuyết</a:t>
            </a:r>
            <a:r>
              <a:rPr lang="en-US" sz="2550" dirty="0" spc="-8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xuất</a:t>
            </a:r>
            <a:r>
              <a:rPr lang="en-US" sz="2550" dirty="0" spc="-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hiện</a:t>
            </a:r>
            <a:r>
              <a:rPr lang="en-US" sz="2550" dirty="0" spc="-2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như</a:t>
            </a:r>
            <a:r>
              <a:rPr lang="en-US" sz="2550" dirty="0" spc="-5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550" dirty="0" spc="7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trực</a:t>
            </a:r>
            <a:r>
              <a:rPr lang="en-US" sz="2550" dirty="0" spc="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giác</a:t>
            </a:r>
            <a:r>
              <a:rPr lang="en-US" sz="2550" dirty="0" spc="-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cô</a:t>
            </a:r>
            <a:r>
              <a:rPr lang="en-US" sz="2550" dirty="0" spc="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lập.</a:t>
            </a:r>
            <a:r>
              <a:rPr lang="en-US" sz="2550" dirty="0" spc="-63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Tuy</a:t>
            </a:r>
            <a:r>
              <a:rPr lang="en-US" sz="2550" dirty="0" spc="-2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vậy,</a:t>
            </a:r>
            <a:r>
              <a:rPr lang="en-US" sz="2550" dirty="0" spc="-4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biết</a:t>
            </a:r>
            <a:r>
              <a:rPr lang="en-US" sz="2550" dirty="0" spc="-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nơi</a:t>
            </a:r>
            <a:r>
              <a:rPr lang="en-US" sz="2550" dirty="0" spc="-5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550" dirty="0" spc="-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ý</a:t>
            </a:r>
            <a:r>
              <a:rPr lang="en-US" sz="2550" dirty="0" spc="6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tưởng</a:t>
            </a:r>
            <a:r>
              <a:rPr lang="en-US" sz="2550" dirty="0" spc="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 thành</a:t>
            </a:r>
            <a:r>
              <a:rPr lang="en-US" sz="2550" dirty="0" spc="6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</a:t>
            </a:r>
            <a:r>
              <a:rPr lang="en-US" sz="2550" dirty="0" spc="-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đủ</a:t>
            </a:r>
            <a:r>
              <a:rPr lang="en-US" sz="2550" dirty="0" spc="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giải</a:t>
            </a:r>
            <a:r>
              <a:rPr lang="en-US" sz="2550" dirty="0" spc="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thích</a:t>
            </a:r>
            <a:r>
              <a:rPr lang="en-US" sz="2550" dirty="0" spc="-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 đúng</a:t>
            </a:r>
            <a:r>
              <a:rPr lang="en-US" sz="2550" dirty="0" spc="-1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hay</a:t>
            </a:r>
            <a:r>
              <a:rPr lang="en-US" sz="2550" dirty="0" spc="-8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sai;</a:t>
            </a:r>
            <a:r>
              <a:rPr lang="en-US" sz="2550" dirty="0" spc="-3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bối</a:t>
            </a:r>
            <a:r>
              <a:rPr lang="en-US" sz="2550" dirty="0" spc="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cảnh lịch</a:t>
            </a:r>
            <a:r>
              <a:rPr lang="en-US" sz="2550" dirty="0" spc="-3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sử</a:t>
            </a:r>
            <a:r>
              <a:rPr lang="en-US" sz="2550" dirty="0" spc="-19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dirty="0" spc="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phép kiểm</a:t>
            </a:r>
            <a:r>
              <a:rPr lang="en-US" sz="2550" dirty="0" spc="-3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khoa học</a:t>
            </a:r>
            <a:r>
              <a:rPr lang="en-US" sz="2550" dirty="0" spc="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2550" dirty="0" spc="-2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</a:t>
            </a:r>
            <a:r>
              <a:rPr lang="en-US" sz="2550" dirty="0" spc="8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riêng.</a:t>
            </a:r>
            <a:endParaRPr lang="en-US" sz="2550" dirty="0"/>
          </a:p>
        </p:txBody>
      </p:sp>
      <p:sp>
        <p:nvSpPr>
          <p:cNvPr id="22" name="Text 19"/>
          <p:cNvSpPr/>
          <p:nvPr/>
        </p:nvSpPr>
        <p:spPr>
          <a:xfrm>
            <a:off x="762000" y="9525000"/>
            <a:ext cx="16383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25" dirty="0" spc="1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[S1]</a:t>
            </a:r>
            <a:r>
              <a:rPr lang="en-US" sz="1725" dirty="0" spc="-30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LOC</a:t>
            </a:r>
            <a:r>
              <a:rPr lang="en-US" sz="1725" dirty="0" spc="-1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725" dirty="0" spc="0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[S2] Philemon ·</a:t>
            </a:r>
            <a:r>
              <a:rPr lang="en-US" sz="1725" dirty="0" spc="1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J01</a:t>
            </a:r>
            <a:r>
              <a:rPr lang="en-US" sz="1725" dirty="0" spc="-1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</a:t>
            </a:r>
            <a:endParaRPr lang="en-US" sz="1725" dirty="0"/>
          </a:p>
        </p:txBody>
      </p:sp>
      <p:sp>
        <p:nvSpPr>
          <p:cNvPr id="23" name="Text 20"/>
          <p:cNvSpPr/>
          <p:nvPr/>
        </p:nvSpPr>
        <p:spPr>
          <a:xfrm>
            <a:off x="762000" y="9953625"/>
            <a:ext cx="157162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2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J01</a:t>
            </a:r>
            <a:r>
              <a:rPr lang="en-US" sz="1650" dirty="0" spc="0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Visual edition</a:t>
            </a:r>
            <a:r>
              <a:rPr lang="en-US" sz="1650" dirty="0" spc="1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5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04/40</a:t>
            </a:r>
            <a:endParaRPr lang="en-US" sz="1650" dirty="0"/>
          </a:p>
        </p:txBody>
      </p:sp>
      <p:sp>
        <p:nvSpPr>
          <p:cNvPr id="24" name="Shape 2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5" name="Moda image moda-export-watermark-638fe0b1-31db-46fa-b590-49790d46009a" descr="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76250"/>
            <a:ext cx="153352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🕰️ B · TIMELINE CỘNG TÁC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762000" y="1143000"/>
            <a:ext cx="16764000" cy="1476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500" b="1" dirty="0" spc="-24" kern="0">
                <a:solidFill>
                  <a:srgbClr val="20242A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1906–1909:</a:t>
            </a:r>
            <a:r>
              <a:rPr lang="en-US" sz="4500" b="1" dirty="0" spc="3" kern="0">
                <a:solidFill>
                  <a:srgbClr val="20242A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nhiều</a:t>
            </a:r>
            <a:r>
              <a:rPr lang="en-US" sz="4500" b="1" dirty="0" spc="4" kern="0">
                <a:solidFill>
                  <a:srgbClr val="20242A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cách</a:t>
            </a:r>
            <a:r>
              <a:rPr lang="en-US" sz="4500" b="1" dirty="0" spc="10" kern="0">
                <a:solidFill>
                  <a:srgbClr val="20242A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để</a:t>
            </a:r>
            <a:r>
              <a:rPr lang="en-US" sz="4500" b="1" dirty="0" spc="2" kern="0">
                <a:solidFill>
                  <a:srgbClr val="20242A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cộng</a:t>
            </a:r>
            <a:r>
              <a:rPr lang="en-US" sz="4500" b="1" dirty="0" spc="-4" kern="0">
                <a:solidFill>
                  <a:srgbClr val="20242A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tác</a:t>
            </a:r>
            <a:endParaRPr lang="en-US" sz="4500" dirty="0"/>
          </a:p>
        </p:txBody>
      </p:sp>
      <p:pic>
        <p:nvPicPr>
          <p:cNvPr id="4" name="Moda flattened rect-1792822514963-769011310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602075" y="409575"/>
            <a:ext cx="590550" cy="590550"/>
          </a:xfrm>
          <a:prstGeom prst="rect">
            <a:avLst/>
          </a:prstGeom>
        </p:spPr>
      </p:pic>
      <p:sp>
        <p:nvSpPr>
          <p:cNvPr id="5" name="Connector line-1792822514963-893550891"/>
          <p:cNvSpPr/>
          <p:nvPr/>
        </p:nvSpPr>
        <p:spPr>
          <a:xfrm>
            <a:off x="1285875" y="3286125"/>
            <a:ext cx="15668625" cy="0"/>
          </a:xfrm>
          <a:prstGeom prst="line">
            <a:avLst/>
          </a:prstGeom>
          <a:noFill/>
          <a:ln w="28575">
            <a:solidFill>
              <a:srgbClr val="493C89"/>
            </a:solidFill>
            <a:prstDash val="solid"/>
            <a:headEnd type="none"/>
            <a:tailEnd type="none"/>
          </a:ln>
        </p:spPr>
      </p:sp>
      <p:sp>
        <p:nvSpPr>
          <p:cNvPr id="6" name="Shape 3"/>
          <p:cNvSpPr/>
          <p:nvPr/>
        </p:nvSpPr>
        <p:spPr>
          <a:xfrm>
            <a:off x="1409700" y="3171825"/>
            <a:ext cx="228600" cy="228600"/>
          </a:xfrm>
          <a:prstGeom prst="ellipse">
            <a:avLst/>
          </a:prstGeom>
          <a:solidFill>
            <a:srgbClr val="493C89"/>
          </a:solidFill>
          <a:ln/>
        </p:spPr>
      </p:sp>
      <p:sp>
        <p:nvSpPr>
          <p:cNvPr id="7" name="Text 4"/>
          <p:cNvSpPr/>
          <p:nvPr/>
        </p:nvSpPr>
        <p:spPr>
          <a:xfrm>
            <a:off x="1047750" y="3762375"/>
            <a:ext cx="4762500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 spc="3" kern="0">
                <a:solidFill>
                  <a:srgbClr val="493C89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1906</a:t>
            </a:r>
            <a:endParaRPr lang="en-US" sz="3600" dirty="0"/>
          </a:p>
        </p:txBody>
      </p:sp>
      <p:sp>
        <p:nvSpPr>
          <p:cNvPr id="8" name="Text 5"/>
          <p:cNvSpPr/>
          <p:nvPr/>
        </p:nvSpPr>
        <p:spPr>
          <a:xfrm>
            <a:off x="1047750" y="4762500"/>
            <a:ext cx="4667250" cy="1381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dirty="0" spc="3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Thư</a:t>
            </a:r>
            <a:r>
              <a:rPr lang="en-US" sz="2700" dirty="0" spc="-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2700" dirty="0" spc="-17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700" dirty="0" spc="-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cộng</a:t>
            </a:r>
            <a:r>
              <a:rPr lang="en-US" sz="2700" dirty="0" spc="-1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tác.</a:t>
            </a:r>
            <a:endParaRPr lang="en-US" sz="2700" dirty="0"/>
          </a:p>
        </p:txBody>
      </p:sp>
      <p:sp>
        <p:nvSpPr>
          <p:cNvPr id="9" name="Shape 6"/>
          <p:cNvSpPr/>
          <p:nvPr/>
        </p:nvSpPr>
        <p:spPr>
          <a:xfrm>
            <a:off x="7029450" y="3171825"/>
            <a:ext cx="228600" cy="228600"/>
          </a:xfrm>
          <a:prstGeom prst="ellipse">
            <a:avLst/>
          </a:prstGeom>
          <a:solidFill>
            <a:srgbClr val="493C89"/>
          </a:solidFill>
          <a:ln/>
        </p:spPr>
      </p:sp>
      <p:sp>
        <p:nvSpPr>
          <p:cNvPr id="10" name="Text 7"/>
          <p:cNvSpPr/>
          <p:nvPr/>
        </p:nvSpPr>
        <p:spPr>
          <a:xfrm>
            <a:off x="6667500" y="3762375"/>
            <a:ext cx="4762500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 spc="-24" kern="0">
                <a:solidFill>
                  <a:srgbClr val="493C89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1907</a:t>
            </a:r>
            <a:endParaRPr lang="en-US" sz="3600" dirty="0"/>
          </a:p>
        </p:txBody>
      </p:sp>
      <p:sp>
        <p:nvSpPr>
          <p:cNvPr id="11" name="Text 8"/>
          <p:cNvSpPr/>
          <p:nvPr/>
        </p:nvSpPr>
        <p:spPr>
          <a:xfrm>
            <a:off x="6667500" y="4762500"/>
            <a:ext cx="4667250" cy="1381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dirty="0" spc="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Gặp</a:t>
            </a:r>
            <a:r>
              <a:rPr lang="en-US" sz="2700" dirty="0" spc="8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trực</a:t>
            </a:r>
            <a:r>
              <a:rPr lang="en-US" sz="2700" dirty="0" spc="-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tiếp</a:t>
            </a:r>
            <a:r>
              <a:rPr lang="en-US" sz="2700" dirty="0" spc="-13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tại</a:t>
            </a:r>
            <a:r>
              <a:rPr lang="en-US" sz="2700" dirty="0" spc="-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Vienna.</a:t>
            </a:r>
            <a:endParaRPr lang="en-US" sz="2700" dirty="0"/>
          </a:p>
        </p:txBody>
      </p:sp>
      <p:sp>
        <p:nvSpPr>
          <p:cNvPr id="12" name="Shape 9"/>
          <p:cNvSpPr/>
          <p:nvPr/>
        </p:nvSpPr>
        <p:spPr>
          <a:xfrm>
            <a:off x="12649200" y="3171825"/>
            <a:ext cx="228600" cy="228600"/>
          </a:xfrm>
          <a:prstGeom prst="ellipse">
            <a:avLst/>
          </a:prstGeom>
          <a:solidFill>
            <a:srgbClr val="493C89"/>
          </a:solidFill>
          <a:ln/>
        </p:spPr>
      </p:sp>
      <p:sp>
        <p:nvSpPr>
          <p:cNvPr id="13" name="Text 10"/>
          <p:cNvSpPr/>
          <p:nvPr/>
        </p:nvSpPr>
        <p:spPr>
          <a:xfrm>
            <a:off x="12287250" y="3762375"/>
            <a:ext cx="4762500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 spc="-4" kern="0">
                <a:solidFill>
                  <a:srgbClr val="493C89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1909</a:t>
            </a:r>
            <a:endParaRPr lang="en-US" sz="3600" dirty="0"/>
          </a:p>
        </p:txBody>
      </p:sp>
      <p:sp>
        <p:nvSpPr>
          <p:cNvPr id="14" name="Text 11"/>
          <p:cNvSpPr/>
          <p:nvPr/>
        </p:nvSpPr>
        <p:spPr>
          <a:xfrm>
            <a:off x="12287250" y="4762500"/>
            <a:ext cx="4667250" cy="1381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dirty="0" spc="-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Cùng</a:t>
            </a:r>
            <a:r>
              <a:rPr lang="en-US" sz="2700" dirty="0" spc="-3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dự</a:t>
            </a:r>
            <a:r>
              <a:rPr lang="en-US" sz="2700" dirty="0" spc="-2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hội</a:t>
            </a:r>
            <a:r>
              <a:rPr lang="en-US" sz="2700" dirty="0" spc="-3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nghị</a:t>
            </a:r>
            <a:r>
              <a:rPr lang="en-US" sz="2700" dirty="0" spc="-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Clark.</a:t>
            </a:r>
            <a:endParaRPr lang="en-US" sz="2700" dirty="0"/>
          </a:p>
        </p:txBody>
      </p:sp>
      <p:sp>
        <p:nvSpPr>
          <p:cNvPr id="15" name="Text 12"/>
          <p:cNvSpPr/>
          <p:nvPr/>
        </p:nvSpPr>
        <p:spPr>
          <a:xfrm>
            <a:off x="857250" y="7048500"/>
            <a:ext cx="16383000" cy="209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13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Bắt</a:t>
            </a:r>
            <a:r>
              <a:rPr lang="en-US" sz="2550" dirty="0" spc="15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đầu</a:t>
            </a:r>
            <a:r>
              <a:rPr lang="en-US" sz="2550" dirty="0" spc="-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 từ,</a:t>
            </a:r>
            <a:r>
              <a:rPr lang="en-US" sz="2550" dirty="0" spc="-12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gặp</a:t>
            </a:r>
            <a:r>
              <a:rPr lang="en-US" sz="2550" dirty="0" spc="7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trực</a:t>
            </a:r>
            <a:r>
              <a:rPr lang="en-US" sz="2550" dirty="0" spc="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tiếp</a:t>
            </a:r>
            <a:r>
              <a:rPr lang="en-US" sz="2550" dirty="0" spc="-19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dirty="0" spc="-8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xuất</a:t>
            </a:r>
            <a:r>
              <a:rPr lang="en-US" sz="2550" dirty="0" spc="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hiện</a:t>
            </a:r>
            <a:r>
              <a:rPr lang="en-US" sz="2550" dirty="0" spc="-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cùng</a:t>
            </a:r>
            <a:r>
              <a:rPr lang="en-US" sz="2550" dirty="0" spc="-5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550" dirty="0" spc="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diễn</a:t>
            </a:r>
            <a:r>
              <a:rPr lang="en-US" sz="2550" dirty="0" spc="13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đàn</a:t>
            </a:r>
            <a:r>
              <a:rPr lang="en-US" sz="2550" dirty="0" spc="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550" dirty="0" spc="16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những</a:t>
            </a:r>
            <a:r>
              <a:rPr lang="en-US" sz="2550" dirty="0" spc="-3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loại</a:t>
            </a:r>
            <a:r>
              <a:rPr lang="en-US" sz="2550" dirty="0" spc="-4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sự</a:t>
            </a:r>
            <a:r>
              <a:rPr lang="en-US" sz="2550" dirty="0" spc="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kiện</a:t>
            </a:r>
            <a:r>
              <a:rPr lang="en-US" sz="2550" dirty="0" spc="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</a:t>
            </a:r>
            <a:r>
              <a:rPr lang="en-US" sz="2550" dirty="0" spc="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nhau. Cách</a:t>
            </a:r>
            <a:r>
              <a:rPr lang="en-US" sz="2550" dirty="0" spc="1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2550" dirty="0" spc="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chính</a:t>
            </a:r>
            <a:r>
              <a:rPr lang="en-US" sz="2550" dirty="0" spc="-19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xác</a:t>
            </a:r>
            <a:r>
              <a:rPr lang="en-US" sz="2550" dirty="0" spc="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550" dirty="0" spc="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ép</a:t>
            </a:r>
            <a:r>
              <a:rPr lang="en-US" sz="2550" dirty="0" spc="-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chúng</a:t>
            </a:r>
            <a:r>
              <a:rPr lang="en-US" sz="2550" dirty="0" spc="-14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vào</a:t>
            </a:r>
            <a:r>
              <a:rPr lang="en-US" sz="2550" dirty="0" spc="-5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550" dirty="0" spc="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thời</a:t>
            </a:r>
            <a:r>
              <a:rPr lang="en-US" sz="2550" dirty="0" spc="2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điểm</a:t>
            </a:r>
            <a:r>
              <a:rPr lang="en-US" sz="2550" dirty="0" spc="-1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“bắt</a:t>
            </a:r>
            <a:r>
              <a:rPr lang="en-US" sz="2550" dirty="0" spc="15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đầu</a:t>
            </a:r>
            <a:r>
              <a:rPr lang="en-US" sz="2550" dirty="0" spc="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quan</a:t>
            </a:r>
            <a:r>
              <a:rPr lang="en-US" sz="2550" dirty="0" spc="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hệ”</a:t>
            </a:r>
            <a:r>
              <a:rPr lang="en-US" sz="2550" dirty="0" spc="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duy</a:t>
            </a:r>
            <a:r>
              <a:rPr lang="en-US" sz="2550" dirty="0" spc="-7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nhất.</a:t>
            </a:r>
            <a:r>
              <a:rPr lang="en-US" sz="2550" dirty="0" spc="-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Cũng</a:t>
            </a:r>
            <a:r>
              <a:rPr lang="en-US" sz="2550" dirty="0" spc="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 nên suy</a:t>
            </a:r>
            <a:r>
              <a:rPr lang="en-US" sz="2550" dirty="0" spc="-2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rằng</a:t>
            </a:r>
            <a:r>
              <a:rPr lang="en-US" sz="2550" dirty="0" spc="-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cùng</a:t>
            </a:r>
            <a:r>
              <a:rPr lang="en-US" sz="2550" dirty="0" spc="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tham</a:t>
            </a:r>
            <a:r>
              <a:rPr lang="en-US" sz="2550" dirty="0" spc="-2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dự</a:t>
            </a:r>
            <a:r>
              <a:rPr lang="en-US" sz="2550" dirty="0" spc="-5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550" dirty="0" spc="-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hội</a:t>
            </a:r>
            <a:r>
              <a:rPr lang="en-US" sz="2550" dirty="0" spc="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nghị</a:t>
            </a:r>
            <a:r>
              <a:rPr lang="en-US" sz="2550" dirty="0" spc="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nghĩa</a:t>
            </a:r>
            <a:r>
              <a:rPr lang="en-US" sz="2550" dirty="0" spc="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550" dirty="0" spc="-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</a:t>
            </a:r>
            <a:r>
              <a:rPr lang="en-US" sz="2550" dirty="0" spc="5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550" dirty="0" spc="1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đồng</a:t>
            </a:r>
            <a:r>
              <a:rPr lang="en-US" sz="2550" dirty="0" spc="2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thuận</a:t>
            </a:r>
            <a:r>
              <a:rPr lang="en-US" sz="2550" dirty="0" spc="-15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2550" dirty="0" spc="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mọi mệnh</a:t>
            </a:r>
            <a:r>
              <a:rPr lang="en-US" sz="2550" dirty="0" spc="18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đề</a:t>
            </a:r>
            <a:r>
              <a:rPr lang="en-US" sz="2550" dirty="0" spc="-2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550" dirty="0" spc="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nhau.</a:t>
            </a:r>
            <a:r>
              <a:rPr lang="en-US" sz="2550" dirty="0" spc="-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Dòng</a:t>
            </a:r>
            <a:r>
              <a:rPr lang="en-US" sz="2550" dirty="0" spc="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thời gian</a:t>
            </a:r>
            <a:r>
              <a:rPr lang="en-US" sz="2550" dirty="0" spc="-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giúp</a:t>
            </a:r>
            <a:r>
              <a:rPr lang="en-US" sz="2550" dirty="0" spc="2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r>
              <a:rPr lang="en-US" sz="2550" dirty="0" spc="-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vị, còn nội</a:t>
            </a:r>
            <a:r>
              <a:rPr lang="en-US" sz="2550" dirty="0" spc="2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dung</a:t>
            </a:r>
            <a:r>
              <a:rPr lang="en-US" sz="2550" dirty="0" spc="1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đồng</a:t>
            </a:r>
            <a:r>
              <a:rPr lang="en-US" sz="2550" dirty="0" spc="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thuận</a:t>
            </a:r>
            <a:r>
              <a:rPr lang="en-US" sz="2550" dirty="0" spc="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r>
              <a:rPr lang="en-US" sz="2550" dirty="0" spc="7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550" dirty="0" spc="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kiểm</a:t>
            </a:r>
            <a:r>
              <a:rPr lang="en-US" sz="2550" dirty="0" spc="-17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550" dirty="0" spc="-14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văn</a:t>
            </a:r>
            <a:r>
              <a:rPr lang="en-US" sz="2550" dirty="0" spc="-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bản.</a:t>
            </a:r>
            <a:endParaRPr lang="en-US" sz="2550" dirty="0"/>
          </a:p>
        </p:txBody>
      </p:sp>
      <p:sp>
        <p:nvSpPr>
          <p:cNvPr id="16" name="Text 13"/>
          <p:cNvSpPr/>
          <p:nvPr/>
        </p:nvSpPr>
        <p:spPr>
          <a:xfrm>
            <a:off x="762000" y="9525000"/>
            <a:ext cx="16383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25" dirty="0" spc="1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[S1]</a:t>
            </a:r>
            <a:r>
              <a:rPr lang="en-US" sz="1725" dirty="0" spc="0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Jung</a:t>
            </a:r>
            <a:r>
              <a:rPr lang="en-US" sz="1725" dirty="0" spc="-7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Meets</a:t>
            </a:r>
            <a:r>
              <a:rPr lang="en-US" sz="1725" dirty="0" spc="-13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Freud/Clark</a:t>
            </a:r>
            <a:r>
              <a:rPr lang="en-US" sz="1725" dirty="0" spc="0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725" dirty="0" spc="-1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[S2–S3]</a:t>
            </a:r>
            <a:endParaRPr lang="en-US" sz="1725" dirty="0"/>
          </a:p>
        </p:txBody>
      </p:sp>
      <p:sp>
        <p:nvSpPr>
          <p:cNvPr id="17" name="Text 14"/>
          <p:cNvSpPr/>
          <p:nvPr/>
        </p:nvSpPr>
        <p:spPr>
          <a:xfrm>
            <a:off x="762000" y="9953625"/>
            <a:ext cx="157162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2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J01</a:t>
            </a:r>
            <a:r>
              <a:rPr lang="en-US" sz="1650" dirty="0" spc="0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Visual edition</a:t>
            </a:r>
            <a:r>
              <a:rPr lang="en-US" sz="1650" dirty="0" spc="1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4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05/40</a:t>
            </a:r>
            <a:endParaRPr lang="en-US" sz="1650" dirty="0"/>
          </a:p>
        </p:txBody>
      </p:sp>
      <p:sp>
        <p:nvSpPr>
          <p:cNvPr id="18" name="Shape 1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9" name="Moda image moda-export-watermark-9c9b82d7-52b8-4828-95b4-9e31c85a92e3" descr="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76250"/>
            <a:ext cx="153352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🕰️ B · ĐỌC ẢNH CLARK 1909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762000" y="1143000"/>
            <a:ext cx="16764000" cy="1476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500" b="1" dirty="0" spc="-4" kern="0">
                <a:solidFill>
                  <a:srgbClr val="20242A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Ảnh</a:t>
            </a:r>
            <a:r>
              <a:rPr lang="en-US" sz="4500" b="1" dirty="0" spc="1" kern="0">
                <a:solidFill>
                  <a:srgbClr val="20242A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hội</a:t>
            </a:r>
            <a:r>
              <a:rPr lang="en-US" sz="4500" b="1" dirty="0" spc="0" kern="0">
                <a:solidFill>
                  <a:srgbClr val="20242A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nghị:</a:t>
            </a:r>
            <a:r>
              <a:rPr lang="en-US" sz="4500" b="1" dirty="0" spc="1" kern="0">
                <a:solidFill>
                  <a:srgbClr val="20242A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tư</a:t>
            </a:r>
            <a:r>
              <a:rPr lang="en-US" sz="4500" b="1" dirty="0" spc="3" kern="0">
                <a:solidFill>
                  <a:srgbClr val="20242A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liệu</a:t>
            </a:r>
            <a:r>
              <a:rPr lang="en-US" sz="4500" b="1" dirty="0" spc="2" kern="0">
                <a:solidFill>
                  <a:srgbClr val="20242A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cho</a:t>
            </a:r>
            <a:r>
              <a:rPr lang="en-US" sz="4500" b="1" dirty="0" spc="16" kern="0">
                <a:solidFill>
                  <a:srgbClr val="20242A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điều</a:t>
            </a:r>
            <a:r>
              <a:rPr lang="en-US" sz="4500" b="1" dirty="0" spc="-10" kern="0">
                <a:solidFill>
                  <a:srgbClr val="20242A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gì?</a:t>
            </a:r>
            <a:endParaRPr lang="en-US" sz="4500" dirty="0"/>
          </a:p>
        </p:txBody>
      </p:sp>
      <p:pic>
        <p:nvPicPr>
          <p:cNvPr id="4" name="Moda flattened rect-1792822517951-443316162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602075" y="409575"/>
            <a:ext cx="590550" cy="590550"/>
          </a:xfrm>
          <a:prstGeom prst="rect">
            <a:avLst/>
          </a:prstGeom>
        </p:spPr>
      </p:pic>
      <p:pic>
        <p:nvPicPr>
          <p:cNvPr id="5" name="Moda image rect-1792822518373-728863713" descr="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929410" y="2762250"/>
            <a:ext cx="5761429" cy="4333875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762000" y="7286625"/>
            <a:ext cx="80962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75" dirty="0" spc="2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Clark</a:t>
            </a:r>
            <a:r>
              <a:rPr lang="en-US" sz="1875" dirty="0" spc="-5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University,</a:t>
            </a:r>
            <a:r>
              <a:rPr lang="en-US" sz="1875" dirty="0" spc="-1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1909 ·</a:t>
            </a:r>
            <a:r>
              <a:rPr lang="en-US" sz="1875" dirty="0" spc="-5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Schervee</a:t>
            </a:r>
            <a:r>
              <a:rPr lang="en-US" sz="1875" dirty="0" spc="-4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&amp;</a:t>
            </a:r>
            <a:r>
              <a:rPr lang="en-US" sz="1875" dirty="0" spc="1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Bushong</a:t>
            </a:r>
            <a:endParaRPr lang="en-US" sz="1875" dirty="0"/>
          </a:p>
        </p:txBody>
      </p:sp>
      <p:sp>
        <p:nvSpPr>
          <p:cNvPr id="7" name="Text 3"/>
          <p:cNvSpPr/>
          <p:nvPr/>
        </p:nvSpPr>
        <p:spPr>
          <a:xfrm>
            <a:off x="762000" y="7715250"/>
            <a:ext cx="809625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25" dirty="0" spc="0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Commons</a:t>
            </a:r>
            <a:r>
              <a:rPr lang="en-US" sz="1725" dirty="0" spc="-2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725" dirty="0" spc="0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Public</a:t>
            </a:r>
            <a:r>
              <a:rPr lang="en-US" sz="1725" dirty="0" spc="-1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domain</a:t>
            </a:r>
            <a:r>
              <a:rPr lang="en-US" sz="1725" dirty="0" spc="-7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tại</a:t>
            </a:r>
            <a:r>
              <a:rPr lang="en-US" sz="1725" dirty="0" spc="-6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Hoa</a:t>
            </a:r>
            <a:r>
              <a:rPr lang="en-US" sz="1725" dirty="0" spc="-41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Kỳ</a:t>
            </a:r>
            <a:r>
              <a:rPr lang="en-US" sz="1725" dirty="0" spc="-3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1725" dirty="0" spc="-13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trang</a:t>
            </a:r>
            <a:r>
              <a:rPr lang="en-US" sz="1725" dirty="0" spc="0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endParaRPr lang="en-US" sz="1725" dirty="0"/>
          </a:p>
        </p:txBody>
      </p:sp>
      <p:sp>
        <p:nvSpPr>
          <p:cNvPr id="8" name="Text 4"/>
          <p:cNvSpPr/>
          <p:nvPr/>
        </p:nvSpPr>
        <p:spPr>
          <a:xfrm>
            <a:off x="9620250" y="2857500"/>
            <a:ext cx="7620000" cy="323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92" dirty="0" spc="-7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Một</a:t>
            </a:r>
            <a:r>
              <a:rPr lang="en-US" sz="2492" dirty="0" spc="2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ảnh</a:t>
            </a:r>
            <a:r>
              <a:rPr lang="en-US" sz="2492" dirty="0" spc="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nhóm</a:t>
            </a:r>
            <a:r>
              <a:rPr lang="en-US" sz="2492" dirty="0" spc="-2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giúp</a:t>
            </a:r>
            <a:r>
              <a:rPr lang="en-US" sz="2492" dirty="0" spc="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đặt</a:t>
            </a:r>
            <a:r>
              <a:rPr lang="en-US" sz="2492" dirty="0" spc="2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nhân</a:t>
            </a:r>
            <a:r>
              <a:rPr lang="en-US" sz="2492" dirty="0" spc="-24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vật</a:t>
            </a:r>
            <a:r>
              <a:rPr lang="en-US" sz="2492" dirty="0" spc="-13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vào</a:t>
            </a:r>
            <a:r>
              <a:rPr lang="en-US" sz="2492" dirty="0" spc="-6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492" dirty="0" spc="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sự kiện</a:t>
            </a:r>
            <a:r>
              <a:rPr lang="en-US" sz="2492" dirty="0" spc="-18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492" dirty="0" spc="-6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492" dirty="0" spc="2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mạng</a:t>
            </a:r>
            <a:r>
              <a:rPr lang="en-US" sz="2492" dirty="0" spc="5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lưới</a:t>
            </a:r>
            <a:r>
              <a:rPr lang="en-US" sz="2492" dirty="0" spc="6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492" dirty="0" spc="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tham dự.</a:t>
            </a:r>
            <a:r>
              <a:rPr lang="en-US" sz="2492" dirty="0" spc="-2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</a:t>
            </a:r>
            <a:r>
              <a:rPr lang="en-US" sz="2492" dirty="0" spc="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492" dirty="0" spc="15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</a:t>
            </a:r>
            <a:r>
              <a:rPr lang="en-US" sz="2492" dirty="0" spc="9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mức</a:t>
            </a:r>
            <a:r>
              <a:rPr lang="en-US" sz="2492" dirty="0" spc="16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</a:t>
            </a:r>
            <a:r>
              <a:rPr lang="en-US" sz="2492" dirty="0" spc="2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thân</a:t>
            </a:r>
            <a:r>
              <a:rPr lang="en-US" sz="2492" dirty="0" spc="-2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thiết,</a:t>
            </a:r>
            <a:r>
              <a:rPr lang="en-US" sz="2492" dirty="0" spc="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492" dirty="0" spc="-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</a:t>
            </a:r>
            <a:r>
              <a:rPr lang="en-US" sz="2492" dirty="0" spc="-1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toàn</a:t>
            </a:r>
            <a:r>
              <a:rPr lang="en-US" sz="2492" dirty="0" spc="-4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2492" dirty="0" spc="1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</a:t>
            </a:r>
            <a:r>
              <a:rPr lang="en-US" sz="2492" dirty="0" spc="-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thoại</a:t>
            </a:r>
            <a:r>
              <a:rPr lang="en-US" sz="2492" dirty="0" spc="-18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492" dirty="0" spc="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492" dirty="0" spc="18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chứng</a:t>
            </a:r>
            <a:r>
              <a:rPr lang="en-US" sz="2492" dirty="0" spc="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minh</a:t>
            </a:r>
            <a:r>
              <a:rPr lang="en-US" sz="2492" dirty="0" spc="1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đồng</a:t>
            </a:r>
            <a:r>
              <a:rPr lang="en-US" sz="2492" dirty="0" spc="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thuận</a:t>
            </a:r>
            <a:r>
              <a:rPr lang="en-US" sz="2492" dirty="0" spc="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lý</a:t>
            </a:r>
            <a:r>
              <a:rPr lang="en-US" sz="2492" dirty="0" spc="-12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thuyết.</a:t>
            </a:r>
            <a:r>
              <a:rPr lang="en-US" sz="2492" dirty="0" spc="-3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2492" dirty="0" spc="2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ảnh</a:t>
            </a:r>
            <a:r>
              <a:rPr lang="en-US" sz="2492" dirty="0" spc="-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hội</a:t>
            </a:r>
            <a:r>
              <a:rPr lang="en-US" sz="2492" dirty="0" spc="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nghị</a:t>
            </a:r>
            <a:r>
              <a:rPr lang="en-US" sz="2492" dirty="0" spc="1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đông</a:t>
            </a:r>
            <a:r>
              <a:rPr lang="en-US" sz="2492" dirty="0" spc="5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người,</a:t>
            </a:r>
            <a:r>
              <a:rPr lang="en-US" sz="2492" dirty="0" spc="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chú</a:t>
            </a:r>
            <a:r>
              <a:rPr lang="en-US" sz="2492" dirty="0" spc="2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thích</a:t>
            </a:r>
            <a:r>
              <a:rPr lang="en-US" sz="2492" dirty="0" spc="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2492" dirty="0" spc="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đúng</a:t>
            </a:r>
            <a:r>
              <a:rPr lang="en-US" sz="2492" dirty="0" spc="-1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tập</a:t>
            </a:r>
            <a:r>
              <a:rPr lang="en-US" sz="2492" dirty="0" spc="2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r>
              <a:rPr lang="en-US" sz="2492" dirty="0" spc="7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492" dirty="0" spc="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chụp; không</a:t>
            </a:r>
            <a:r>
              <a:rPr lang="en-US" sz="2492" dirty="0" spc="-14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gọi</a:t>
            </a:r>
            <a:r>
              <a:rPr lang="en-US" sz="2492" dirty="0" spc="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 là</a:t>
            </a:r>
            <a:r>
              <a:rPr lang="en-US" sz="2492" dirty="0" spc="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ảnh</a:t>
            </a:r>
            <a:r>
              <a:rPr lang="en-US" sz="2492" dirty="0" spc="-5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sáu</a:t>
            </a:r>
            <a:r>
              <a:rPr lang="en-US" sz="2492" dirty="0" spc="5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492" dirty="0" spc="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quen</a:t>
            </a:r>
            <a:r>
              <a:rPr lang="en-US" sz="2492" dirty="0" spc="-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thuộc</a:t>
            </a:r>
            <a:r>
              <a:rPr lang="en-US" sz="2492" dirty="0" spc="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492" dirty="0" spc="-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vì</a:t>
            </a:r>
            <a:r>
              <a:rPr lang="en-US" sz="2492" dirty="0" spc="-15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492" dirty="0" spc="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ảnh có</a:t>
            </a:r>
            <a:r>
              <a:rPr lang="en-US" sz="2492" dirty="0" spc="-37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Freud</a:t>
            </a:r>
            <a:r>
              <a:rPr lang="en-US" sz="2492" dirty="0" spc="-17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492" dirty="0" spc="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Jung.</a:t>
            </a:r>
            <a:r>
              <a:rPr lang="en-US" sz="2492" dirty="0" spc="-2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Câu</a:t>
            </a:r>
            <a:r>
              <a:rPr lang="en-US" sz="2492" dirty="0" spc="-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</a:t>
            </a:r>
            <a:r>
              <a:rPr lang="en-US" sz="2492" dirty="0" spc="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quan</a:t>
            </a:r>
            <a:r>
              <a:rPr lang="en-US" sz="2492" dirty="0" spc="-15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trọng</a:t>
            </a:r>
            <a:r>
              <a:rPr lang="en-US" sz="2492" dirty="0" spc="-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492" dirty="0" spc="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ảnh</a:t>
            </a:r>
            <a:r>
              <a:rPr lang="en-US" sz="2492" dirty="0" spc="9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thực</a:t>
            </a:r>
            <a:r>
              <a:rPr lang="en-US" sz="2492" dirty="0" spc="-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sự</a:t>
            </a:r>
            <a:r>
              <a:rPr lang="en-US" sz="2492" dirty="0" spc="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 phép</a:t>
            </a:r>
            <a:r>
              <a:rPr lang="en-US" sz="2492" dirty="0" spc="-4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biết</a:t>
            </a:r>
            <a:r>
              <a:rPr lang="en-US" sz="2492" dirty="0" spc="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gì.</a:t>
            </a:r>
            <a:endParaRPr lang="en-US" sz="2492" dirty="0"/>
          </a:p>
        </p:txBody>
      </p:sp>
      <p:sp>
        <p:nvSpPr>
          <p:cNvPr id="9" name="Text 5"/>
          <p:cNvSpPr/>
          <p:nvPr/>
        </p:nvSpPr>
        <p:spPr>
          <a:xfrm>
            <a:off x="9620250" y="6429375"/>
            <a:ext cx="2762250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75" b="1" dirty="0" spc="4" kern="0">
                <a:solidFill>
                  <a:srgbClr val="493C89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Có</a:t>
            </a:r>
            <a:r>
              <a:rPr lang="en-US" sz="2175" b="1" dirty="0" spc="0" kern="0">
                <a:solidFill>
                  <a:srgbClr val="493C89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thể thấy</a:t>
            </a:r>
            <a:endParaRPr lang="en-US" sz="2175" dirty="0"/>
          </a:p>
        </p:txBody>
      </p:sp>
      <p:sp>
        <p:nvSpPr>
          <p:cNvPr id="10" name="Text 6"/>
          <p:cNvSpPr/>
          <p:nvPr/>
        </p:nvSpPr>
        <p:spPr>
          <a:xfrm>
            <a:off x="12573000" y="6429375"/>
            <a:ext cx="466725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75" dirty="0" spc="-2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Một</a:t>
            </a:r>
            <a:r>
              <a:rPr lang="en-US" sz="2175" dirty="0" spc="3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nhóm</a:t>
            </a:r>
            <a:r>
              <a:rPr lang="en-US" sz="2175" dirty="0" spc="6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175" dirty="0" spc="-15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175" dirty="0" spc="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bối</a:t>
            </a:r>
            <a:r>
              <a:rPr lang="en-US" sz="2175" dirty="0" spc="-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cảnh</a:t>
            </a:r>
            <a:r>
              <a:rPr lang="en-US" sz="2175" dirty="0" spc="2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hội</a:t>
            </a:r>
            <a:r>
              <a:rPr lang="en-US" sz="2175" dirty="0" spc="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nghị.</a:t>
            </a:r>
            <a:endParaRPr lang="en-US" sz="2175" dirty="0"/>
          </a:p>
        </p:txBody>
      </p:sp>
      <p:sp>
        <p:nvSpPr>
          <p:cNvPr id="11" name="Text 7"/>
          <p:cNvSpPr/>
          <p:nvPr/>
        </p:nvSpPr>
        <p:spPr>
          <a:xfrm>
            <a:off x="9620250" y="7239000"/>
            <a:ext cx="2762250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75" b="1" dirty="0" spc="1" kern="0">
                <a:solidFill>
                  <a:srgbClr val="493C89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Cần</a:t>
            </a:r>
            <a:r>
              <a:rPr lang="en-US" sz="2175" b="1" dirty="0" spc="-4" kern="0">
                <a:solidFill>
                  <a:srgbClr val="493C89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metadata</a:t>
            </a:r>
            <a:endParaRPr lang="en-US" sz="2175" dirty="0"/>
          </a:p>
        </p:txBody>
      </p:sp>
      <p:sp>
        <p:nvSpPr>
          <p:cNvPr id="12" name="Text 8"/>
          <p:cNvSpPr/>
          <p:nvPr/>
        </p:nvSpPr>
        <p:spPr>
          <a:xfrm>
            <a:off x="12573000" y="7239000"/>
            <a:ext cx="466725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75" dirty="0" spc="-15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Ngày,</a:t>
            </a:r>
            <a:r>
              <a:rPr lang="en-US" sz="2175" dirty="0" spc="6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175" dirty="0" spc="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chụp,</a:t>
            </a:r>
            <a:r>
              <a:rPr lang="en-US" sz="2175" dirty="0" spc="-2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nơi</a:t>
            </a:r>
            <a:r>
              <a:rPr lang="en-US" sz="2175" dirty="0" spc="2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lưu</a:t>
            </a:r>
            <a:r>
              <a:rPr lang="en-US" sz="2175" dirty="0" spc="-2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giữ.</a:t>
            </a:r>
            <a:endParaRPr lang="en-US" sz="2175" dirty="0"/>
          </a:p>
        </p:txBody>
      </p:sp>
      <p:sp>
        <p:nvSpPr>
          <p:cNvPr id="13" name="Text 9"/>
          <p:cNvSpPr/>
          <p:nvPr/>
        </p:nvSpPr>
        <p:spPr>
          <a:xfrm>
            <a:off x="9620250" y="8048625"/>
            <a:ext cx="2762250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75" b="1" dirty="0" spc="1" kern="0">
                <a:solidFill>
                  <a:srgbClr val="493C89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Không thể</a:t>
            </a:r>
            <a:r>
              <a:rPr lang="en-US" sz="2175" b="1" dirty="0" spc="0" kern="0">
                <a:solidFill>
                  <a:srgbClr val="493C89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thấy</a:t>
            </a:r>
            <a:endParaRPr lang="en-US" sz="2175" dirty="0"/>
          </a:p>
        </p:txBody>
      </p:sp>
      <p:sp>
        <p:nvSpPr>
          <p:cNvPr id="14" name="Text 10"/>
          <p:cNvSpPr/>
          <p:nvPr/>
        </p:nvSpPr>
        <p:spPr>
          <a:xfrm>
            <a:off x="12573000" y="8048625"/>
            <a:ext cx="466725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75" dirty="0" spc="3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Mọi</a:t>
            </a:r>
            <a:r>
              <a:rPr lang="en-US" sz="2175" dirty="0" spc="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quan</a:t>
            </a:r>
            <a:r>
              <a:rPr lang="en-US" sz="2175" dirty="0" spc="19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điểm</a:t>
            </a:r>
            <a:r>
              <a:rPr lang="en-US" sz="2175" dirty="0" spc="-15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175" dirty="0" spc="9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động</a:t>
            </a:r>
            <a:r>
              <a:rPr lang="en-US" sz="2175" dirty="0" spc="-3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cơ</a:t>
            </a:r>
            <a:r>
              <a:rPr lang="en-US" sz="2175" dirty="0" spc="5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riêng.</a:t>
            </a:r>
            <a:endParaRPr lang="en-US" sz="2175" dirty="0"/>
          </a:p>
        </p:txBody>
      </p:sp>
      <p:sp>
        <p:nvSpPr>
          <p:cNvPr id="15" name="Text 11"/>
          <p:cNvSpPr/>
          <p:nvPr/>
        </p:nvSpPr>
        <p:spPr>
          <a:xfrm>
            <a:off x="762000" y="9525000"/>
            <a:ext cx="16383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25" dirty="0" spc="1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[S1]</a:t>
            </a:r>
            <a:r>
              <a:rPr lang="en-US" sz="1725" dirty="0" spc="-1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Clark</a:t>
            </a:r>
            <a:r>
              <a:rPr lang="en-US" sz="1725" dirty="0" spc="-2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725" dirty="0" spc="-7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Asset</a:t>
            </a:r>
            <a:r>
              <a:rPr lang="en-US" sz="1725" dirty="0" spc="-6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clark_group_1909</a:t>
            </a:r>
            <a:endParaRPr lang="en-US" sz="1725" dirty="0"/>
          </a:p>
        </p:txBody>
      </p:sp>
      <p:sp>
        <p:nvSpPr>
          <p:cNvPr id="16" name="Text 12"/>
          <p:cNvSpPr/>
          <p:nvPr/>
        </p:nvSpPr>
        <p:spPr>
          <a:xfrm>
            <a:off x="762000" y="9953625"/>
            <a:ext cx="157162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2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J01</a:t>
            </a:r>
            <a:r>
              <a:rPr lang="en-US" sz="1650" dirty="0" spc="0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Visual edition</a:t>
            </a:r>
            <a:r>
              <a:rPr lang="en-US" sz="1650" dirty="0" spc="1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5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06/40</a:t>
            </a:r>
            <a:endParaRPr lang="en-US" sz="1650" dirty="0"/>
          </a:p>
        </p:txBody>
      </p:sp>
      <p:sp>
        <p:nvSpPr>
          <p:cNvPr id="17" name="Shape 13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8" name="Moda image moda-export-watermark-b8fa4430-1b18-4a94-9b9b-9ac2fb805a7a" descr="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76250"/>
            <a:ext cx="153352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🕰️ B · HAI ĐƯỜNG THỜI GIAN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762000" y="1143000"/>
            <a:ext cx="16764000" cy="1476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500" b="1" dirty="0" spc="-11" kern="0">
                <a:solidFill>
                  <a:srgbClr val="20242A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1913</a:t>
            </a:r>
            <a:r>
              <a:rPr lang="en-US" sz="4500" b="1" dirty="0" spc="-48" kern="0">
                <a:solidFill>
                  <a:srgbClr val="20242A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và</a:t>
            </a:r>
            <a:r>
              <a:rPr lang="en-US" sz="4500" b="1" dirty="0" spc="-9" kern="0">
                <a:solidFill>
                  <a:srgbClr val="20242A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1914</a:t>
            </a:r>
            <a:r>
              <a:rPr lang="en-US" sz="4500" b="1" dirty="0" spc="2" kern="0">
                <a:solidFill>
                  <a:srgbClr val="20242A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không phải</a:t>
            </a:r>
            <a:r>
              <a:rPr lang="en-US" sz="4500" b="1" dirty="0" spc="3" kern="0">
                <a:solidFill>
                  <a:srgbClr val="20242A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cùng</a:t>
            </a:r>
            <a:r>
              <a:rPr lang="en-US" sz="4500" b="1" dirty="0" spc="-9" kern="0">
                <a:solidFill>
                  <a:srgbClr val="20242A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một</a:t>
            </a:r>
            <a:r>
              <a:rPr lang="en-US" sz="4500" b="1" dirty="0" spc="0" kern="0">
                <a:solidFill>
                  <a:srgbClr val="20242A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sự</a:t>
            </a:r>
            <a:r>
              <a:rPr lang="en-US" sz="4500" b="1" dirty="0" spc="3" kern="0">
                <a:solidFill>
                  <a:srgbClr val="20242A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kiện</a:t>
            </a:r>
            <a:endParaRPr lang="en-US" sz="4500" dirty="0"/>
          </a:p>
        </p:txBody>
      </p:sp>
      <p:pic>
        <p:nvPicPr>
          <p:cNvPr id="4" name="Moda flattened rect-1792822521279-522099141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602075" y="409575"/>
            <a:ext cx="590550" cy="590550"/>
          </a:xfrm>
          <a:prstGeom prst="rect">
            <a:avLst/>
          </a:prstGeom>
        </p:spPr>
      </p:pic>
      <p:sp>
        <p:nvSpPr>
          <p:cNvPr id="5" name="Connector line-1792822521280-943861597"/>
          <p:cNvSpPr/>
          <p:nvPr/>
        </p:nvSpPr>
        <p:spPr>
          <a:xfrm>
            <a:off x="1285875" y="3286125"/>
            <a:ext cx="15668625" cy="0"/>
          </a:xfrm>
          <a:prstGeom prst="line">
            <a:avLst/>
          </a:prstGeom>
          <a:noFill/>
          <a:ln w="28575">
            <a:solidFill>
              <a:srgbClr val="493C89"/>
            </a:solidFill>
            <a:prstDash val="solid"/>
            <a:headEnd type="none"/>
            <a:tailEnd type="none"/>
          </a:ln>
        </p:spPr>
      </p:sp>
      <p:sp>
        <p:nvSpPr>
          <p:cNvPr id="6" name="Shape 3"/>
          <p:cNvSpPr/>
          <p:nvPr/>
        </p:nvSpPr>
        <p:spPr>
          <a:xfrm>
            <a:off x="1409700" y="3171825"/>
            <a:ext cx="228600" cy="228600"/>
          </a:xfrm>
          <a:prstGeom prst="ellipse">
            <a:avLst/>
          </a:prstGeom>
          <a:solidFill>
            <a:srgbClr val="493C89"/>
          </a:solidFill>
          <a:ln/>
        </p:spPr>
      </p:sp>
      <p:sp>
        <p:nvSpPr>
          <p:cNvPr id="7" name="Text 4"/>
          <p:cNvSpPr/>
          <p:nvPr/>
        </p:nvSpPr>
        <p:spPr>
          <a:xfrm>
            <a:off x="1047750" y="3762375"/>
            <a:ext cx="4762500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 spc="2" kern="0">
                <a:solidFill>
                  <a:srgbClr val="493C89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Quan</a:t>
            </a:r>
            <a:r>
              <a:rPr lang="en-US" sz="3600" b="1" dirty="0" spc="0" kern="0">
                <a:solidFill>
                  <a:srgbClr val="493C89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hệ</a:t>
            </a:r>
            <a:endParaRPr lang="en-US" sz="3600" dirty="0"/>
          </a:p>
        </p:txBody>
      </p:sp>
      <p:sp>
        <p:nvSpPr>
          <p:cNvPr id="8" name="Text 5"/>
          <p:cNvSpPr/>
          <p:nvPr/>
        </p:nvSpPr>
        <p:spPr>
          <a:xfrm>
            <a:off x="1047750" y="4762500"/>
            <a:ext cx="4667250" cy="1381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dirty="0" spc="3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Thư</a:t>
            </a:r>
            <a:r>
              <a:rPr lang="en-US" sz="2700" dirty="0" spc="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cuối</a:t>
            </a:r>
            <a:r>
              <a:rPr lang="en-US" sz="2700" dirty="0" spc="-2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1912</a:t>
            </a:r>
            <a:r>
              <a:rPr lang="en-US" sz="2700" dirty="0" spc="-17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700" dirty="0" spc="13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đầu</a:t>
            </a:r>
            <a:r>
              <a:rPr lang="en-US" sz="2700" dirty="0" spc="-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1913.</a:t>
            </a:r>
            <a:endParaRPr lang="en-US" sz="2700" dirty="0"/>
          </a:p>
        </p:txBody>
      </p:sp>
      <p:sp>
        <p:nvSpPr>
          <p:cNvPr id="9" name="Shape 6"/>
          <p:cNvSpPr/>
          <p:nvPr/>
        </p:nvSpPr>
        <p:spPr>
          <a:xfrm>
            <a:off x="7029450" y="3171825"/>
            <a:ext cx="228600" cy="228600"/>
          </a:xfrm>
          <a:prstGeom prst="ellipse">
            <a:avLst/>
          </a:prstGeom>
          <a:solidFill>
            <a:srgbClr val="493C89"/>
          </a:solidFill>
          <a:ln/>
        </p:spPr>
      </p:sp>
      <p:sp>
        <p:nvSpPr>
          <p:cNvPr id="10" name="Text 7"/>
          <p:cNvSpPr/>
          <p:nvPr/>
        </p:nvSpPr>
        <p:spPr>
          <a:xfrm>
            <a:off x="6667500" y="3762375"/>
            <a:ext cx="4762500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 spc="-122" kern="0">
                <a:solidFill>
                  <a:srgbClr val="493C89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Tổ</a:t>
            </a:r>
            <a:r>
              <a:rPr lang="en-US" sz="3600" b="1" dirty="0" spc="-23" kern="0">
                <a:solidFill>
                  <a:srgbClr val="493C89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chức</a:t>
            </a:r>
            <a:endParaRPr lang="en-US" sz="3600" dirty="0"/>
          </a:p>
        </p:txBody>
      </p:sp>
      <p:sp>
        <p:nvSpPr>
          <p:cNvPr id="11" name="Text 8"/>
          <p:cNvSpPr/>
          <p:nvPr/>
        </p:nvSpPr>
        <p:spPr>
          <a:xfrm>
            <a:off x="6667500" y="4762500"/>
            <a:ext cx="4667250" cy="1381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dirty="0" spc="-43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Rút</a:t>
            </a:r>
            <a:r>
              <a:rPr lang="en-US" sz="2700" dirty="0" spc="-2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khỏi phong</a:t>
            </a:r>
            <a:r>
              <a:rPr lang="en-US" sz="2700" dirty="0" spc="-23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trào</a:t>
            </a:r>
            <a:r>
              <a:rPr lang="en-US" sz="2700" dirty="0" spc="-2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năm</a:t>
            </a:r>
            <a:r>
              <a:rPr lang="en-US" sz="2700" dirty="0" spc="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1914.</a:t>
            </a:r>
            <a:endParaRPr lang="en-US" sz="2700" dirty="0"/>
          </a:p>
        </p:txBody>
      </p:sp>
      <p:sp>
        <p:nvSpPr>
          <p:cNvPr id="12" name="Shape 9"/>
          <p:cNvSpPr/>
          <p:nvPr/>
        </p:nvSpPr>
        <p:spPr>
          <a:xfrm>
            <a:off x="12649200" y="3171825"/>
            <a:ext cx="228600" cy="228600"/>
          </a:xfrm>
          <a:prstGeom prst="ellipse">
            <a:avLst/>
          </a:prstGeom>
          <a:solidFill>
            <a:srgbClr val="493C89"/>
          </a:solidFill>
          <a:ln/>
        </p:spPr>
      </p:sp>
      <p:sp>
        <p:nvSpPr>
          <p:cNvPr id="13" name="Text 10"/>
          <p:cNvSpPr/>
          <p:nvPr/>
        </p:nvSpPr>
        <p:spPr>
          <a:xfrm>
            <a:off x="12287250" y="3762375"/>
            <a:ext cx="4762500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 spc="-2" kern="0">
                <a:solidFill>
                  <a:srgbClr val="493C89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Cách</a:t>
            </a:r>
            <a:r>
              <a:rPr lang="en-US" sz="3600" b="1" dirty="0" spc="7" kern="0">
                <a:solidFill>
                  <a:srgbClr val="493C89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đọc</a:t>
            </a:r>
            <a:endParaRPr lang="en-US" sz="3600" dirty="0"/>
          </a:p>
        </p:txBody>
      </p:sp>
      <p:sp>
        <p:nvSpPr>
          <p:cNvPr id="14" name="Text 11"/>
          <p:cNvSpPr/>
          <p:nvPr/>
        </p:nvSpPr>
        <p:spPr>
          <a:xfrm>
            <a:off x="12287250" y="4762500"/>
            <a:ext cx="4667250" cy="1381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dirty="0" spc="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Nêu</a:t>
            </a:r>
            <a:r>
              <a:rPr lang="en-US" sz="2700" dirty="0" spc="-4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rõ</a:t>
            </a:r>
            <a:r>
              <a:rPr lang="en-US" sz="2700" dirty="0" spc="-4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loại mốc</a:t>
            </a:r>
            <a:r>
              <a:rPr lang="en-US" sz="2700" dirty="0" spc="9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đang</a:t>
            </a:r>
            <a:r>
              <a:rPr lang="en-US" sz="2700" dirty="0" spc="-3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dùng.</a:t>
            </a:r>
            <a:endParaRPr lang="en-US" sz="2700" dirty="0"/>
          </a:p>
        </p:txBody>
      </p:sp>
      <p:sp>
        <p:nvSpPr>
          <p:cNvPr id="15" name="Text 12"/>
          <p:cNvSpPr/>
          <p:nvPr/>
        </p:nvSpPr>
        <p:spPr>
          <a:xfrm>
            <a:off x="857250" y="7048500"/>
            <a:ext cx="16383000" cy="209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7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Một</a:t>
            </a:r>
            <a:r>
              <a:rPr lang="en-US" sz="2550" dirty="0" spc="-3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mốc</a:t>
            </a:r>
            <a:r>
              <a:rPr lang="en-US" sz="2550" dirty="0" spc="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550" dirty="0" spc="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r>
              <a:rPr lang="en-US" sz="2550" dirty="0" spc="1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đánh</a:t>
            </a:r>
            <a:r>
              <a:rPr lang="en-US" sz="2550" dirty="0" spc="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dấu</a:t>
            </a:r>
            <a:r>
              <a:rPr lang="en-US" sz="2550" dirty="0" spc="-25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rạn</a:t>
            </a:r>
            <a:r>
              <a:rPr lang="en-US" sz="2550" dirty="0" spc="3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nứt</a:t>
            </a:r>
            <a:r>
              <a:rPr lang="en-US" sz="2550" dirty="0" spc="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quan</a:t>
            </a:r>
            <a:r>
              <a:rPr lang="en-US" sz="2550" dirty="0" spc="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hệ cá</a:t>
            </a:r>
            <a:r>
              <a:rPr lang="en-US" sz="2550" dirty="0" spc="-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nhân;</a:t>
            </a:r>
            <a:r>
              <a:rPr lang="en-US" sz="2550" dirty="0" spc="-2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mốc</a:t>
            </a:r>
            <a:r>
              <a:rPr lang="en-US" sz="2550" dirty="0" spc="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</a:t>
            </a:r>
            <a:r>
              <a:rPr lang="en-US" sz="2550" dirty="0" spc="1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đánh</a:t>
            </a:r>
            <a:r>
              <a:rPr lang="en-US" sz="2550" dirty="0" spc="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dấu</a:t>
            </a:r>
            <a:r>
              <a:rPr lang="en-US" sz="2550" dirty="0" spc="-3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</a:t>
            </a:r>
            <a:r>
              <a:rPr lang="en-US" sz="2550" dirty="0" spc="-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rút</a:t>
            </a:r>
            <a:r>
              <a:rPr lang="en-US" sz="2550" dirty="0" spc="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khỏi phong</a:t>
            </a:r>
            <a:r>
              <a:rPr lang="en-US" sz="2550" dirty="0" spc="-16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trào.</a:t>
            </a:r>
            <a:r>
              <a:rPr lang="en-US" sz="2550" dirty="0" spc="-2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2550" dirty="0" spc="-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</a:t>
            </a:r>
            <a:r>
              <a:rPr lang="en-US" sz="2550" dirty="0" spc="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2550" dirty="0" spc="-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chọn</a:t>
            </a:r>
            <a:r>
              <a:rPr lang="en-US" sz="2550" dirty="0" spc="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năm</a:t>
            </a:r>
            <a:r>
              <a:rPr lang="en-US" sz="2550" dirty="0" spc="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 nhau,</a:t>
            </a:r>
            <a:r>
              <a:rPr lang="en-US" sz="2550" dirty="0" spc="7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bước</a:t>
            </a:r>
            <a:r>
              <a:rPr lang="en-US" sz="2550" dirty="0" spc="15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đầu</a:t>
            </a:r>
            <a:r>
              <a:rPr lang="en-US" sz="2550" dirty="0" spc="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 phải</a:t>
            </a:r>
            <a:r>
              <a:rPr lang="en-US" sz="2550" dirty="0" spc="-17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quyết</a:t>
            </a:r>
            <a:r>
              <a:rPr lang="en-US" sz="2550" dirty="0" spc="2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r>
              <a:rPr lang="en-US" sz="2550" dirty="0" spc="-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ai</a:t>
            </a:r>
            <a:r>
              <a:rPr lang="en-US" sz="2550" dirty="0" spc="-8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sai</a:t>
            </a:r>
            <a:r>
              <a:rPr lang="en-US" sz="2550" dirty="0" spc="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mà là</a:t>
            </a:r>
            <a:r>
              <a:rPr lang="en-US" sz="2550" dirty="0" spc="-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</a:t>
            </a:r>
            <a:r>
              <a:rPr lang="en-US" sz="2550" dirty="0" spc="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“chia</a:t>
            </a:r>
            <a:r>
              <a:rPr lang="en-US" sz="2550" dirty="0" spc="-7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tách”</a:t>
            </a:r>
            <a:r>
              <a:rPr lang="en-US" sz="2550" dirty="0" spc="1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đang</a:t>
            </a:r>
            <a:r>
              <a:rPr lang="en-US" sz="2550" dirty="0" spc="6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550" dirty="0" spc="2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r>
              <a:rPr lang="en-US" sz="2550" dirty="0" spc="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nghĩa</a:t>
            </a:r>
            <a:r>
              <a:rPr lang="en-US" sz="2550" dirty="0" spc="-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2550" dirty="0" spc="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nghĩa</a:t>
            </a:r>
            <a:r>
              <a:rPr lang="en-US" sz="2550" dirty="0" spc="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nào.</a:t>
            </a:r>
            <a:r>
              <a:rPr lang="en-US" sz="2550" dirty="0" spc="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Sau</a:t>
            </a:r>
            <a:r>
              <a:rPr lang="en-US" sz="2550" dirty="0" spc="17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đó</a:t>
            </a:r>
            <a:r>
              <a:rPr lang="en-US" sz="2550" dirty="0" spc="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</a:t>
            </a:r>
            <a:r>
              <a:rPr lang="en-US" sz="2550" dirty="0" spc="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kiểm</a:t>
            </a:r>
            <a:r>
              <a:rPr lang="en-US" sz="2550" dirty="0" spc="-2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bằng thư,</a:t>
            </a:r>
            <a:r>
              <a:rPr lang="en-US" sz="2550" dirty="0" spc="-15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vai</a:t>
            </a:r>
            <a:r>
              <a:rPr lang="en-US" sz="2550" dirty="0" spc="-25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trò</a:t>
            </a:r>
            <a:r>
              <a:rPr lang="en-US" sz="2550" dirty="0" spc="-15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tổ</a:t>
            </a:r>
            <a:r>
              <a:rPr lang="en-US" sz="2550" dirty="0" spc="6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chức</a:t>
            </a:r>
            <a:r>
              <a:rPr lang="en-US" sz="2550" dirty="0" spc="-18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dirty="0" spc="-12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hoạt</a:t>
            </a:r>
            <a:r>
              <a:rPr lang="en-US" sz="2550" dirty="0" spc="1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động</a:t>
            </a:r>
            <a:r>
              <a:rPr lang="en-US" sz="2550" dirty="0" spc="7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thực</a:t>
            </a:r>
            <a:r>
              <a:rPr lang="en-US" sz="2550" dirty="0" spc="-1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tế.</a:t>
            </a:r>
            <a:r>
              <a:rPr lang="en-US" sz="2550" dirty="0" spc="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 nghĩa</a:t>
            </a:r>
            <a:r>
              <a:rPr lang="en-US" sz="2550" dirty="0" spc="12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</a:t>
            </a:r>
            <a:r>
              <a:rPr lang="en-US" sz="2550" dirty="0" spc="6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tượng trước</a:t>
            </a:r>
            <a:r>
              <a:rPr lang="en-US" sz="2550" dirty="0" spc="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2550" dirty="0" spc="12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</a:t>
            </a:r>
            <a:r>
              <a:rPr lang="en-US" sz="2550" dirty="0" spc="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r>
              <a:rPr lang="en-US" sz="2550" dirty="0" spc="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niên</a:t>
            </a:r>
            <a:r>
              <a:rPr lang="en-US" sz="2550" dirty="0" spc="12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đại</a:t>
            </a:r>
            <a:r>
              <a:rPr lang="en-US" sz="2550" dirty="0" spc="-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giúp</a:t>
            </a:r>
            <a:r>
              <a:rPr lang="en-US" sz="2550" dirty="0" spc="-16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tránh</a:t>
            </a:r>
            <a:r>
              <a:rPr lang="en-US" sz="2550" dirty="0" spc="-17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tranh</a:t>
            </a:r>
            <a:r>
              <a:rPr lang="en-US" sz="2550" dirty="0" spc="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luận giả.</a:t>
            </a:r>
            <a:endParaRPr lang="en-US" sz="2550" dirty="0"/>
          </a:p>
        </p:txBody>
      </p:sp>
      <p:sp>
        <p:nvSpPr>
          <p:cNvPr id="16" name="Text 13"/>
          <p:cNvSpPr/>
          <p:nvPr/>
        </p:nvSpPr>
        <p:spPr>
          <a:xfrm>
            <a:off x="762000" y="9525000"/>
            <a:ext cx="16383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25" dirty="0" spc="0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[S2] 1914</a:t>
            </a:r>
            <a:r>
              <a:rPr lang="en-US" sz="1725" dirty="0" spc="-1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725" dirty="0" spc="0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[S4–S5]</a:t>
            </a:r>
            <a:r>
              <a:rPr lang="en-US" sz="1725" dirty="0" spc="2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</a:t>
            </a:r>
            <a:r>
              <a:rPr lang="en-US" sz="1725" dirty="0" spc="-3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endParaRPr lang="en-US" sz="1725" dirty="0"/>
          </a:p>
        </p:txBody>
      </p:sp>
      <p:sp>
        <p:nvSpPr>
          <p:cNvPr id="17" name="Text 14"/>
          <p:cNvSpPr/>
          <p:nvPr/>
        </p:nvSpPr>
        <p:spPr>
          <a:xfrm>
            <a:off x="762000" y="9953625"/>
            <a:ext cx="157162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2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J01</a:t>
            </a:r>
            <a:r>
              <a:rPr lang="en-US" sz="1650" dirty="0" spc="0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Visual edition</a:t>
            </a:r>
            <a:r>
              <a:rPr lang="en-US" sz="1650" dirty="0" spc="1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27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07/40</a:t>
            </a:r>
            <a:endParaRPr lang="en-US" sz="1650" dirty="0"/>
          </a:p>
        </p:txBody>
      </p:sp>
      <p:sp>
        <p:nvSpPr>
          <p:cNvPr id="18" name="Shape 1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9" name="Moda image moda-export-watermark-7fdb5b0a-1e0c-45b3-b2dc-46499a765b4a" descr="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41F3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76250"/>
            <a:ext cx="153352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>
                <a:solidFill>
                  <a:srgbClr val="C8BDE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🕰️ B · THƯ NGÀY 18-12-1912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762000" y="1143000"/>
            <a:ext cx="16764000" cy="1476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500" b="1" dirty="0" spc="2" kern="0">
                <a:solidFill>
                  <a:srgbClr val="F5F0E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Thư</a:t>
            </a:r>
            <a:r>
              <a:rPr lang="en-US" sz="4500" b="1" dirty="0" spc="3" kern="0">
                <a:solidFill>
                  <a:srgbClr val="F5F0E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Jung:</a:t>
            </a:r>
            <a:r>
              <a:rPr lang="en-US" sz="4500" b="1" dirty="0" spc="-17" kern="0">
                <a:solidFill>
                  <a:srgbClr val="F5F0E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lời</a:t>
            </a:r>
            <a:r>
              <a:rPr lang="en-US" sz="4500" b="1" dirty="0" spc="3" kern="0">
                <a:solidFill>
                  <a:srgbClr val="F5F0E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phàn</a:t>
            </a:r>
            <a:r>
              <a:rPr lang="en-US" sz="4500" b="1" dirty="0" spc="1" kern="0">
                <a:solidFill>
                  <a:srgbClr val="F5F0E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nàn</a:t>
            </a:r>
            <a:r>
              <a:rPr lang="en-US" sz="4500" b="1" dirty="0" spc="0" kern="0">
                <a:solidFill>
                  <a:srgbClr val="F5F0E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là</a:t>
            </a:r>
            <a:r>
              <a:rPr lang="en-US" sz="4500" b="1" dirty="0" spc="-8" kern="0">
                <a:solidFill>
                  <a:srgbClr val="F5F0E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một</a:t>
            </a:r>
            <a:r>
              <a:rPr lang="en-US" sz="4500" b="1" dirty="0" spc="-4" kern="0">
                <a:solidFill>
                  <a:srgbClr val="F5F0E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loại</a:t>
            </a:r>
            <a:r>
              <a:rPr lang="en-US" sz="4500" b="1" dirty="0" spc="3" kern="0">
                <a:solidFill>
                  <a:srgbClr val="F5F0E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dữ kiện</a:t>
            </a:r>
            <a:endParaRPr lang="en-US" sz="4500" dirty="0"/>
          </a:p>
        </p:txBody>
      </p:sp>
      <p:pic>
        <p:nvPicPr>
          <p:cNvPr id="4" name="Moda flattened rect-1792822524240-428610387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602075" y="409575"/>
            <a:ext cx="590550" cy="59055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2762250"/>
            <a:ext cx="5429250" cy="6477000"/>
          </a:xfrm>
          <a:prstGeom prst="rect">
            <a:avLst/>
          </a:prstGeom>
          <a:solidFill>
            <a:srgbClr val="493C89"/>
          </a:solidFill>
          <a:ln/>
        </p:spPr>
      </p:sp>
      <p:sp>
        <p:nvSpPr>
          <p:cNvPr id="6" name="Text 3"/>
          <p:cNvSpPr/>
          <p:nvPr/>
        </p:nvSpPr>
        <p:spPr>
          <a:xfrm>
            <a:off x="571500" y="3286125"/>
            <a:ext cx="4333875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100" b="1" dirty="0" spc="1" kern="0">
                <a:solidFill>
                  <a:srgbClr val="F5F0E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THƯ</a:t>
            </a:r>
            <a:r>
              <a:rPr lang="en-US" sz="5100" b="1" dirty="0" spc="-3" kern="0">
                <a:solidFill>
                  <a:srgbClr val="F5F0E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&amp;</a:t>
            </a:r>
            <a:endParaRPr lang="en-US" sz="5100" dirty="0"/>
          </a:p>
          <a:p>
            <a:pPr algn="l" indent="0" marL="0">
              <a:buNone/>
            </a:pPr>
            <a:r>
              <a:rPr lang="en-US" sz="5100" b="1" dirty="0" spc="0" kern="0">
                <a:solidFill>
                  <a:srgbClr val="F5F0E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BỐI</a:t>
            </a:r>
            <a:r>
              <a:rPr lang="en-US" sz="5100" b="1" dirty="0" spc="-26" kern="0">
                <a:solidFill>
                  <a:srgbClr val="F5F0E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CẢNH</a:t>
            </a:r>
            <a:endParaRPr lang="en-US" sz="5100" dirty="0"/>
          </a:p>
        </p:txBody>
      </p:sp>
      <p:sp>
        <p:nvSpPr>
          <p:cNvPr id="7" name="Text 4"/>
          <p:cNvSpPr/>
          <p:nvPr/>
        </p:nvSpPr>
        <p:spPr>
          <a:xfrm>
            <a:off x="571500" y="6191250"/>
            <a:ext cx="4238625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dirty="0" spc="-9" kern="0">
                <a:solidFill>
                  <a:srgbClr val="E3DAF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Đọc</a:t>
            </a:r>
            <a:r>
              <a:rPr lang="en-US" sz="2850" dirty="0" spc="-1" kern="0">
                <a:solidFill>
                  <a:srgbClr val="E3DAF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đúng loại nguồn.</a:t>
            </a:r>
            <a:endParaRPr lang="en-US" sz="2850" dirty="0"/>
          </a:p>
          <a:p>
            <a:pPr algn="l" indent="0" marL="0">
              <a:buNone/>
            </a:pPr>
            <a:r>
              <a:rPr lang="en-US" sz="2850" dirty="0" spc="-2" kern="0">
                <a:solidFill>
                  <a:srgbClr val="E3DAF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Giữ</a:t>
            </a:r>
            <a:r>
              <a:rPr lang="en-US" sz="2850" dirty="0" spc="0" kern="0">
                <a:solidFill>
                  <a:srgbClr val="E3DAF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giới hạn suy</a:t>
            </a:r>
            <a:r>
              <a:rPr lang="en-US" sz="2850" dirty="0" spc="1" kern="0">
                <a:solidFill>
                  <a:srgbClr val="E3DAF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luận.</a:t>
            </a:r>
            <a:endParaRPr lang="en-US" sz="2850" dirty="0"/>
          </a:p>
        </p:txBody>
      </p:sp>
      <p:sp>
        <p:nvSpPr>
          <p:cNvPr id="8" name="Text 5"/>
          <p:cNvSpPr/>
          <p:nvPr/>
        </p:nvSpPr>
        <p:spPr>
          <a:xfrm>
            <a:off x="6191250" y="2952750"/>
            <a:ext cx="10953750" cy="304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25" dirty="0" spc="-4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Đọc</a:t>
            </a:r>
            <a:r>
              <a:rPr lang="en-US" sz="2625" dirty="0" spc="-8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625" dirty="0" spc="1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bức</a:t>
            </a:r>
            <a:r>
              <a:rPr lang="en-US" sz="2625" dirty="0" spc="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</a:t>
            </a:r>
            <a:r>
              <a:rPr lang="en-US" sz="2625" dirty="0" spc="-16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625" dirty="0" spc="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xung</a:t>
            </a:r>
            <a:r>
              <a:rPr lang="en-US" sz="2625" dirty="0" spc="5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đột,</a:t>
            </a:r>
            <a:r>
              <a:rPr lang="en-US" sz="2625" dirty="0" spc="-18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ta</a:t>
            </a:r>
            <a:r>
              <a:rPr lang="en-US" sz="2625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625" dirty="0" spc="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r>
              <a:rPr lang="en-US" sz="2625" dirty="0" spc="-18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xác</a:t>
            </a:r>
            <a:r>
              <a:rPr lang="en-US" sz="2625" dirty="0" spc="4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</a:t>
            </a:r>
            <a:r>
              <a:rPr lang="en-US" sz="2625" dirty="0" spc="8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625" dirty="0" spc="-4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viết</a:t>
            </a:r>
            <a:r>
              <a:rPr lang="en-US" sz="2625" dirty="0" spc="2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2625" dirty="0" spc="1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đưa</a:t>
            </a:r>
            <a:r>
              <a:rPr lang="en-US" sz="2625" dirty="0" spc="-33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</a:t>
            </a:r>
            <a:r>
              <a:rPr lang="en-US" sz="2625" dirty="0" spc="-8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625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r>
              <a:rPr lang="en-US" sz="2625" dirty="0" spc="3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phàn nàn.</a:t>
            </a:r>
            <a:r>
              <a:rPr lang="en-US" sz="2625" dirty="0" spc="19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Nhưng</a:t>
            </a:r>
            <a:r>
              <a:rPr lang="en-US" sz="2625" dirty="0" spc="-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</a:t>
            </a:r>
            <a:r>
              <a:rPr lang="en-US" sz="2625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r>
              <a:rPr lang="en-US" sz="2625" dirty="0" spc="3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phàn</a:t>
            </a:r>
            <a:r>
              <a:rPr lang="en-US" sz="2625" dirty="0" spc="4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nàn</a:t>
            </a:r>
            <a:r>
              <a:rPr lang="en-US" sz="2625" dirty="0" spc="-9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xuất</a:t>
            </a:r>
            <a:r>
              <a:rPr lang="en-US" sz="2625" dirty="0" spc="3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hiện</a:t>
            </a:r>
            <a:r>
              <a:rPr lang="en-US" sz="2625" dirty="0" spc="8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</a:t>
            </a:r>
            <a:r>
              <a:rPr lang="en-US" sz="2625" dirty="0" spc="3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đủ</a:t>
            </a:r>
            <a:r>
              <a:rPr lang="en-US" sz="2625" dirty="0" spc="18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2625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coi</a:t>
            </a:r>
            <a:r>
              <a:rPr lang="en-US" sz="2625" dirty="0" spc="-1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toàn</a:t>
            </a:r>
            <a:r>
              <a:rPr lang="en-US" sz="2625" dirty="0" spc="-4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2625" dirty="0" spc="3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nội</a:t>
            </a:r>
            <a:r>
              <a:rPr lang="en-US" sz="2625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dung</a:t>
            </a:r>
            <a:r>
              <a:rPr lang="en-US" sz="2625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625" dirty="0" spc="14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đánh</a:t>
            </a:r>
            <a:r>
              <a:rPr lang="en-US" sz="2625" dirty="0" spc="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giá trung</a:t>
            </a:r>
            <a:r>
              <a:rPr lang="en-US" sz="2625" dirty="0" spc="-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lập</a:t>
            </a:r>
            <a:r>
              <a:rPr lang="en-US" sz="2625" dirty="0" spc="-16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về</a:t>
            </a:r>
            <a:r>
              <a:rPr lang="en-US" sz="2625" dirty="0" spc="8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625" dirty="0" spc="4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nhận.</a:t>
            </a:r>
            <a:r>
              <a:rPr lang="en-US" sz="2625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 đặt</a:t>
            </a:r>
            <a:r>
              <a:rPr lang="en-US" sz="2625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câu</a:t>
            </a:r>
            <a:r>
              <a:rPr lang="en-US" sz="2625" dirty="0" spc="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chữ</a:t>
            </a:r>
            <a:r>
              <a:rPr lang="en-US" sz="2625" dirty="0" spc="-16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625" dirty="0" spc="-2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trao</a:t>
            </a:r>
            <a:r>
              <a:rPr lang="en-US" sz="2625" dirty="0" spc="16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</a:t>
            </a:r>
            <a:r>
              <a:rPr lang="en-US" sz="2625" dirty="0" spc="-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</a:t>
            </a:r>
            <a:r>
              <a:rPr lang="en-US" sz="2625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lại,</a:t>
            </a:r>
            <a:r>
              <a:rPr lang="en-US" sz="2625" dirty="0" spc="-19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xem</a:t>
            </a:r>
            <a:r>
              <a:rPr lang="en-US" sz="2625" dirty="0" spc="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</a:t>
            </a:r>
            <a:r>
              <a:rPr lang="en-US" sz="2625" dirty="0" spc="14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đáp</a:t>
            </a:r>
            <a:r>
              <a:rPr lang="en-US" sz="2625" dirty="0" spc="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r>
              <a:rPr lang="en-US" sz="2625" dirty="0" spc="2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điều</a:t>
            </a:r>
            <a:r>
              <a:rPr lang="en-US" sz="2625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gì</a:t>
            </a:r>
            <a:r>
              <a:rPr lang="en-US" sz="2625" dirty="0" spc="-16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625" dirty="0" spc="-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kiểm</a:t>
            </a:r>
            <a:r>
              <a:rPr lang="en-US" sz="2625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</a:t>
            </a:r>
            <a:r>
              <a:rPr lang="en-US" sz="2625" dirty="0" spc="3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</a:t>
            </a:r>
            <a:r>
              <a:rPr lang="en-US" sz="2625" dirty="0" spc="-4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tiết</a:t>
            </a:r>
            <a:r>
              <a:rPr lang="en-US" sz="2625" dirty="0" spc="-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bằng</a:t>
            </a:r>
            <a:r>
              <a:rPr lang="en-US" sz="2625" dirty="0" spc="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2625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khác.</a:t>
            </a:r>
            <a:r>
              <a:rPr lang="en-US" sz="2625" dirty="0" spc="3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Giọng</a:t>
            </a:r>
            <a:r>
              <a:rPr lang="en-US" sz="2625" dirty="0" spc="2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điệu</a:t>
            </a:r>
            <a:r>
              <a:rPr lang="en-US" sz="2625" dirty="0" spc="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mạnh</a:t>
            </a:r>
            <a:r>
              <a:rPr lang="en-US" sz="2625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625" dirty="0" spc="-6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thay</a:t>
            </a:r>
            <a:r>
              <a:rPr lang="en-US" sz="2625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625" dirty="0" spc="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phép</a:t>
            </a:r>
            <a:r>
              <a:rPr lang="en-US" sz="2625" dirty="0" spc="-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kiểm</a:t>
            </a:r>
            <a:r>
              <a:rPr lang="en-US" sz="2625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sự</a:t>
            </a:r>
            <a:r>
              <a:rPr lang="en-US" sz="2625" dirty="0" spc="-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việc.</a:t>
            </a:r>
            <a:endParaRPr lang="en-US" sz="2625" dirty="0"/>
          </a:p>
        </p:txBody>
      </p:sp>
      <p:sp>
        <p:nvSpPr>
          <p:cNvPr id="9" name="Text 6"/>
          <p:cNvSpPr/>
          <p:nvPr/>
        </p:nvSpPr>
        <p:spPr>
          <a:xfrm>
            <a:off x="6191250" y="6477000"/>
            <a:ext cx="3238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 spc="-24" kern="0">
                <a:solidFill>
                  <a:srgbClr val="C8BDEE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Người</a:t>
            </a:r>
            <a:r>
              <a:rPr lang="en-US" sz="2400" b="1" dirty="0" spc="-3" kern="0">
                <a:solidFill>
                  <a:srgbClr val="C8BDEE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viết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9715500" y="6477000"/>
            <a:ext cx="752475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Jung</a:t>
            </a:r>
            <a:r>
              <a:rPr lang="en-US" sz="2400" dirty="0" spc="4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gửi</a:t>
            </a:r>
            <a:r>
              <a:rPr lang="en-US" sz="2400" dirty="0" spc="-3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Freud.</a:t>
            </a:r>
            <a:endParaRPr lang="en-US" sz="2400" dirty="0"/>
          </a:p>
        </p:txBody>
      </p:sp>
      <p:sp>
        <p:nvSpPr>
          <p:cNvPr id="11" name="Text 8"/>
          <p:cNvSpPr/>
          <p:nvPr/>
        </p:nvSpPr>
        <p:spPr>
          <a:xfrm>
            <a:off x="6191250" y="7334250"/>
            <a:ext cx="3238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 spc="3" kern="0">
                <a:solidFill>
                  <a:srgbClr val="C8BDEE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Điều</a:t>
            </a:r>
            <a:r>
              <a:rPr lang="en-US" sz="2400" b="1" dirty="0" spc="-3" kern="0">
                <a:solidFill>
                  <a:srgbClr val="C8BDEE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có</a:t>
            </a:r>
            <a:r>
              <a:rPr lang="en-US" sz="2400" b="1" dirty="0" spc="-6" kern="0">
                <a:solidFill>
                  <a:srgbClr val="C8BDEE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trong</a:t>
            </a:r>
            <a:r>
              <a:rPr lang="en-US" sz="2400" b="1" dirty="0" spc="-3" kern="0">
                <a:solidFill>
                  <a:srgbClr val="C8BDEE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thư</a:t>
            </a:r>
            <a:endParaRPr lang="en-US" sz="2400" dirty="0"/>
          </a:p>
        </p:txBody>
      </p:sp>
      <p:sp>
        <p:nvSpPr>
          <p:cNvPr id="12" name="Text 9"/>
          <p:cNvSpPr/>
          <p:nvPr/>
        </p:nvSpPr>
        <p:spPr>
          <a:xfrm>
            <a:off x="9715500" y="7334250"/>
            <a:ext cx="752475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Cáo</a:t>
            </a:r>
            <a:r>
              <a:rPr lang="en-US" sz="2400" dirty="0" spc="-3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buộc</a:t>
            </a:r>
            <a:r>
              <a:rPr lang="en-US" sz="2400" dirty="0" spc="-17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về</a:t>
            </a:r>
            <a:r>
              <a:rPr lang="en-US" sz="240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cách</a:t>
            </a:r>
            <a:r>
              <a:rPr lang="en-US" sz="2400" dirty="0" spc="1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</a:t>
            </a:r>
            <a:r>
              <a:rPr lang="en-US" sz="2400" dirty="0" spc="4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xử</a:t>
            </a:r>
            <a:r>
              <a:rPr lang="en-US" sz="2400" dirty="0" spc="-13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240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cộng</a:t>
            </a:r>
            <a:r>
              <a:rPr lang="en-US" sz="240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sự.</a:t>
            </a:r>
            <a:endParaRPr lang="en-US" sz="2400" dirty="0"/>
          </a:p>
        </p:txBody>
      </p:sp>
      <p:sp>
        <p:nvSpPr>
          <p:cNvPr id="13" name="Text 10"/>
          <p:cNvSpPr/>
          <p:nvPr/>
        </p:nvSpPr>
        <p:spPr>
          <a:xfrm>
            <a:off x="6191250" y="8191500"/>
            <a:ext cx="3238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 spc="3" kern="0">
                <a:solidFill>
                  <a:srgbClr val="C8BDEE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Điều</a:t>
            </a:r>
            <a:r>
              <a:rPr lang="en-US" sz="2400" b="1" dirty="0" spc="-1" kern="0">
                <a:solidFill>
                  <a:srgbClr val="C8BDEE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cần kiểm</a:t>
            </a:r>
            <a:r>
              <a:rPr lang="en-US" sz="2400" b="1" dirty="0" spc="1" kern="0">
                <a:solidFill>
                  <a:srgbClr val="C8BDEE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thêm</a:t>
            </a:r>
            <a:endParaRPr lang="en-US" sz="2400" dirty="0"/>
          </a:p>
        </p:txBody>
      </p:sp>
      <p:sp>
        <p:nvSpPr>
          <p:cNvPr id="14" name="Text 11"/>
          <p:cNvSpPr/>
          <p:nvPr/>
        </p:nvSpPr>
        <p:spPr>
          <a:xfrm>
            <a:off x="9715500" y="8191500"/>
            <a:ext cx="752475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1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Mức</a:t>
            </a:r>
            <a:r>
              <a:rPr lang="en-US" sz="2400" dirty="0" spc="3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đúng</a:t>
            </a:r>
            <a:r>
              <a:rPr lang="en-US" sz="2400" dirty="0" spc="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40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cáo</a:t>
            </a:r>
            <a:r>
              <a:rPr lang="en-US" sz="2400" dirty="0" spc="-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buộc</a:t>
            </a:r>
            <a:r>
              <a:rPr lang="en-US" sz="2400" dirty="0" spc="-14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400" dirty="0" spc="23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từng</a:t>
            </a:r>
            <a:r>
              <a:rPr lang="en-US" sz="240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sự</a:t>
            </a:r>
            <a:r>
              <a:rPr lang="en-US" sz="2400" dirty="0" spc="-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kiện.</a:t>
            </a:r>
            <a:endParaRPr lang="en-US" sz="2400" dirty="0"/>
          </a:p>
        </p:txBody>
      </p:sp>
      <p:sp>
        <p:nvSpPr>
          <p:cNvPr id="15" name="Text 12"/>
          <p:cNvSpPr/>
          <p:nvPr/>
        </p:nvSpPr>
        <p:spPr>
          <a:xfrm>
            <a:off x="762000" y="9525000"/>
            <a:ext cx="16383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25" dirty="0" spc="1" kern="0">
                <a:solidFill>
                  <a:srgbClr val="C8BDE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[S4]</a:t>
            </a:r>
            <a:r>
              <a:rPr lang="en-US" sz="1725" dirty="0" spc="-13" kern="0">
                <a:solidFill>
                  <a:srgbClr val="C8BDE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trang</a:t>
            </a:r>
            <a:r>
              <a:rPr lang="en-US" sz="1725" dirty="0" spc="0" kern="0">
                <a:solidFill>
                  <a:srgbClr val="C8BDE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dịch</a:t>
            </a:r>
            <a:r>
              <a:rPr lang="en-US" sz="1725" dirty="0" spc="-1" kern="0">
                <a:solidFill>
                  <a:srgbClr val="C8BDE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1–2</a:t>
            </a:r>
            <a:endParaRPr lang="en-US" sz="1725" dirty="0"/>
          </a:p>
        </p:txBody>
      </p:sp>
      <p:sp>
        <p:nvSpPr>
          <p:cNvPr id="16" name="Text 13"/>
          <p:cNvSpPr/>
          <p:nvPr/>
        </p:nvSpPr>
        <p:spPr>
          <a:xfrm>
            <a:off x="762000" y="9953625"/>
            <a:ext cx="157162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2" kern="0">
                <a:solidFill>
                  <a:srgbClr val="C8BDE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J01</a:t>
            </a:r>
            <a:r>
              <a:rPr lang="en-US" sz="1650" dirty="0" spc="0" kern="0">
                <a:solidFill>
                  <a:srgbClr val="C8BDE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" kern="0">
                <a:solidFill>
                  <a:srgbClr val="C8BDE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Visual edition</a:t>
            </a:r>
            <a:r>
              <a:rPr lang="en-US" sz="1650" dirty="0" spc="1" kern="0">
                <a:solidFill>
                  <a:srgbClr val="C8BDE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5" kern="0">
                <a:solidFill>
                  <a:srgbClr val="C8BDE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08/40</a:t>
            </a:r>
            <a:endParaRPr lang="en-US" sz="1650" dirty="0"/>
          </a:p>
        </p:txBody>
      </p:sp>
      <p:sp>
        <p:nvSpPr>
          <p:cNvPr id="17" name="Shape 1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8" name="Moda image moda-export-watermark-c3f974b5-9dee-4654-a0cd-2f820a78e6db" descr="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76250"/>
            <a:ext cx="153352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🕰️ B · THƯ NGÀY 3-1-1913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762000" y="1143000"/>
            <a:ext cx="16764000" cy="1476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500" b="1" dirty="0" spc="2" kern="0">
                <a:solidFill>
                  <a:srgbClr val="20242A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Thư</a:t>
            </a:r>
            <a:r>
              <a:rPr lang="en-US" sz="4500" b="1" dirty="0" spc="-17" kern="0">
                <a:solidFill>
                  <a:srgbClr val="20242A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Freud:</a:t>
            </a:r>
            <a:r>
              <a:rPr lang="en-US" sz="4500" b="1" dirty="0" spc="3" kern="0">
                <a:solidFill>
                  <a:srgbClr val="20242A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phản</a:t>
            </a:r>
            <a:r>
              <a:rPr lang="en-US" sz="4500" b="1" dirty="0" spc="0" kern="0">
                <a:solidFill>
                  <a:srgbClr val="20242A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bác</a:t>
            </a:r>
            <a:r>
              <a:rPr lang="en-US" sz="4500" b="1" dirty="0" spc="-48" kern="0">
                <a:solidFill>
                  <a:srgbClr val="20242A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và</a:t>
            </a:r>
            <a:r>
              <a:rPr lang="en-US" sz="4500" b="1" dirty="0" spc="11" kern="0">
                <a:solidFill>
                  <a:srgbClr val="20242A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đề</a:t>
            </a:r>
            <a:r>
              <a:rPr lang="en-US" sz="4500" b="1" dirty="0" spc="1" kern="0">
                <a:solidFill>
                  <a:srgbClr val="20242A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nghị</a:t>
            </a:r>
            <a:r>
              <a:rPr lang="en-US" sz="4500" b="1" dirty="0" spc="6" kern="0">
                <a:solidFill>
                  <a:srgbClr val="20242A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ngừng</a:t>
            </a:r>
            <a:r>
              <a:rPr lang="en-US" sz="4500" b="1" dirty="0" spc="0" kern="0">
                <a:solidFill>
                  <a:srgbClr val="20242A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quan</a:t>
            </a:r>
            <a:r>
              <a:rPr lang="en-US" sz="4500" b="1" dirty="0" spc="1" kern="0">
                <a:solidFill>
                  <a:srgbClr val="20242A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hệ</a:t>
            </a:r>
            <a:endParaRPr lang="en-US" sz="4500" dirty="0"/>
          </a:p>
        </p:txBody>
      </p:sp>
      <p:pic>
        <p:nvPicPr>
          <p:cNvPr id="4" name="Moda flattened rect-1792822527312-664419826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602075" y="409575"/>
            <a:ext cx="590550" cy="59055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62000" y="2714625"/>
            <a:ext cx="1047750" cy="809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b="1" dirty="0" spc="-19" kern="0">
                <a:solidFill>
                  <a:srgbClr val="493C89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01</a:t>
            </a:r>
            <a:endParaRPr lang="en-US" sz="4800" dirty="0"/>
          </a:p>
        </p:txBody>
      </p:sp>
      <p:sp>
        <p:nvSpPr>
          <p:cNvPr id="6" name="Shape 3"/>
          <p:cNvSpPr/>
          <p:nvPr/>
        </p:nvSpPr>
        <p:spPr>
          <a:xfrm>
            <a:off x="762000" y="3762375"/>
            <a:ext cx="5238750" cy="2476500"/>
          </a:xfrm>
          <a:prstGeom prst="roundRect">
            <a:avLst>
              <a:gd name="adj" fmla="val 4615"/>
            </a:avLst>
          </a:prstGeom>
          <a:solidFill>
            <a:srgbClr val="EDE8F5"/>
          </a:solidFill>
          <a:ln/>
        </p:spPr>
      </p:sp>
      <p:sp>
        <p:nvSpPr>
          <p:cNvPr id="7" name="Text 4"/>
          <p:cNvSpPr/>
          <p:nvPr/>
        </p:nvSpPr>
        <p:spPr>
          <a:xfrm>
            <a:off x="1047750" y="4000500"/>
            <a:ext cx="4667250" cy="809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-1" kern="0">
                <a:solidFill>
                  <a:srgbClr val="493C89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Phản</a:t>
            </a:r>
            <a:r>
              <a:rPr lang="en-US" sz="2550" b="1" dirty="0" spc="-3" kern="0">
                <a:solidFill>
                  <a:srgbClr val="493C89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bác</a:t>
            </a:r>
            <a:endParaRPr lang="en-US" sz="2550" dirty="0"/>
          </a:p>
        </p:txBody>
      </p:sp>
      <p:sp>
        <p:nvSpPr>
          <p:cNvPr id="8" name="Text 5"/>
          <p:cNvSpPr/>
          <p:nvPr/>
        </p:nvSpPr>
        <p:spPr>
          <a:xfrm>
            <a:off x="1047750" y="5048250"/>
            <a:ext cx="466725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2550" dirty="0" spc="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mặc</a:t>
            </a:r>
            <a:r>
              <a:rPr lang="en-US" sz="2550" dirty="0" spc="-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nhiên</a:t>
            </a:r>
            <a:r>
              <a:rPr lang="en-US" sz="2550" dirty="0" spc="7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thừa</a:t>
            </a:r>
            <a:r>
              <a:rPr lang="en-US" sz="2550" dirty="0" spc="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 cáo buộc.</a:t>
            </a:r>
            <a:endParaRPr lang="en-US" sz="2550" dirty="0"/>
          </a:p>
        </p:txBody>
      </p:sp>
      <p:sp>
        <p:nvSpPr>
          <p:cNvPr id="9" name="Text 6"/>
          <p:cNvSpPr/>
          <p:nvPr/>
        </p:nvSpPr>
        <p:spPr>
          <a:xfrm>
            <a:off x="6381750" y="2714625"/>
            <a:ext cx="1047750" cy="809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b="1" dirty="0" spc="-10" kern="0">
                <a:solidFill>
                  <a:srgbClr val="493C89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02</a:t>
            </a:r>
            <a:endParaRPr lang="en-US" sz="4800" dirty="0"/>
          </a:p>
        </p:txBody>
      </p:sp>
      <p:sp>
        <p:nvSpPr>
          <p:cNvPr id="10" name="Shape 7"/>
          <p:cNvSpPr/>
          <p:nvPr/>
        </p:nvSpPr>
        <p:spPr>
          <a:xfrm>
            <a:off x="6381750" y="3762375"/>
            <a:ext cx="5238750" cy="2476500"/>
          </a:xfrm>
          <a:prstGeom prst="roundRect">
            <a:avLst>
              <a:gd name="adj" fmla="val 4615"/>
            </a:avLst>
          </a:prstGeom>
          <a:solidFill>
            <a:srgbClr val="EDE8F5"/>
          </a:solidFill>
          <a:ln/>
        </p:spPr>
      </p:sp>
      <p:sp>
        <p:nvSpPr>
          <p:cNvPr id="11" name="Text 8"/>
          <p:cNvSpPr/>
          <p:nvPr/>
        </p:nvSpPr>
        <p:spPr>
          <a:xfrm>
            <a:off x="6667500" y="4000500"/>
            <a:ext cx="4667250" cy="809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-2" kern="0">
                <a:solidFill>
                  <a:srgbClr val="493C89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Hành</a:t>
            </a:r>
            <a:r>
              <a:rPr lang="en-US" sz="2550" b="1" dirty="0" spc="2" kern="0">
                <a:solidFill>
                  <a:srgbClr val="493C89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động</a:t>
            </a:r>
            <a:r>
              <a:rPr lang="en-US" sz="2550" b="1" dirty="0" spc="-9" kern="0">
                <a:solidFill>
                  <a:srgbClr val="493C89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trong</a:t>
            </a:r>
            <a:r>
              <a:rPr lang="en-US" sz="2550" b="1" dirty="0" spc="-1" kern="0">
                <a:solidFill>
                  <a:srgbClr val="493C89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thư</a:t>
            </a:r>
            <a:endParaRPr lang="en-US" sz="2550" dirty="0"/>
          </a:p>
        </p:txBody>
      </p:sp>
      <p:sp>
        <p:nvSpPr>
          <p:cNvPr id="12" name="Text 9"/>
          <p:cNvSpPr/>
          <p:nvPr/>
        </p:nvSpPr>
        <p:spPr>
          <a:xfrm>
            <a:off x="6667500" y="5048250"/>
            <a:ext cx="466725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Đề</a:t>
            </a:r>
            <a:r>
              <a:rPr lang="en-US" sz="2550" dirty="0" spc="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nghị</a:t>
            </a:r>
            <a:r>
              <a:rPr lang="en-US" sz="2550" dirty="0" spc="16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ngừng</a:t>
            </a:r>
            <a:r>
              <a:rPr lang="en-US" sz="2550" dirty="0" spc="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quan</a:t>
            </a:r>
            <a:r>
              <a:rPr lang="en-US" sz="2550" dirty="0" spc="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hệ cá</a:t>
            </a:r>
            <a:r>
              <a:rPr lang="en-US" sz="2550" dirty="0" spc="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nhân.</a:t>
            </a:r>
            <a:endParaRPr lang="en-US" sz="2550" dirty="0"/>
          </a:p>
        </p:txBody>
      </p:sp>
      <p:sp>
        <p:nvSpPr>
          <p:cNvPr id="13" name="Text 10"/>
          <p:cNvSpPr/>
          <p:nvPr/>
        </p:nvSpPr>
        <p:spPr>
          <a:xfrm>
            <a:off x="12001500" y="2714625"/>
            <a:ext cx="1047750" cy="809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b="1" dirty="0" spc="-15" kern="0">
                <a:solidFill>
                  <a:srgbClr val="493C89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03</a:t>
            </a:r>
            <a:endParaRPr lang="en-US" sz="4800" dirty="0"/>
          </a:p>
        </p:txBody>
      </p:sp>
      <p:sp>
        <p:nvSpPr>
          <p:cNvPr id="14" name="Shape 11"/>
          <p:cNvSpPr/>
          <p:nvPr/>
        </p:nvSpPr>
        <p:spPr>
          <a:xfrm>
            <a:off x="12001500" y="3762375"/>
            <a:ext cx="5238750" cy="2476500"/>
          </a:xfrm>
          <a:prstGeom prst="roundRect">
            <a:avLst>
              <a:gd name="adj" fmla="val 4615"/>
            </a:avLst>
          </a:prstGeom>
          <a:solidFill>
            <a:srgbClr val="EDE8F5"/>
          </a:solidFill>
          <a:ln/>
        </p:spPr>
      </p:sp>
      <p:sp>
        <p:nvSpPr>
          <p:cNvPr id="15" name="Text 12"/>
          <p:cNvSpPr/>
          <p:nvPr/>
        </p:nvSpPr>
        <p:spPr>
          <a:xfrm>
            <a:off x="12287250" y="4000500"/>
            <a:ext cx="4667250" cy="809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-7" kern="0">
                <a:solidFill>
                  <a:srgbClr val="493C89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Giới</a:t>
            </a:r>
            <a:r>
              <a:rPr lang="en-US" sz="2550" b="1" dirty="0" spc="-1" kern="0">
                <a:solidFill>
                  <a:srgbClr val="493C89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hạn</a:t>
            </a:r>
            <a:endParaRPr lang="en-US" sz="2550" dirty="0"/>
          </a:p>
        </p:txBody>
      </p:sp>
      <p:sp>
        <p:nvSpPr>
          <p:cNvPr id="16" name="Text 13"/>
          <p:cNvSpPr/>
          <p:nvPr/>
        </p:nvSpPr>
        <p:spPr>
          <a:xfrm>
            <a:off x="12287250" y="5048250"/>
            <a:ext cx="466725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2550" dirty="0" spc="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550" dirty="0" spc="-12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toàn</a:t>
            </a:r>
            <a:r>
              <a:rPr lang="en-US" sz="2550" dirty="0" spc="-4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2550" dirty="0" spc="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lịch</a:t>
            </a:r>
            <a:r>
              <a:rPr lang="en-US" sz="2550" dirty="0" spc="-3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sử</a:t>
            </a:r>
            <a:r>
              <a:rPr lang="en-US" sz="2550" dirty="0" spc="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phong</a:t>
            </a:r>
            <a:r>
              <a:rPr lang="en-US" sz="2550" dirty="0" spc="-16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trào.</a:t>
            </a:r>
            <a:endParaRPr lang="en-US" sz="2550" dirty="0"/>
          </a:p>
        </p:txBody>
      </p:sp>
      <p:sp>
        <p:nvSpPr>
          <p:cNvPr id="17" name="Text 14"/>
          <p:cNvSpPr/>
          <p:nvPr/>
        </p:nvSpPr>
        <p:spPr>
          <a:xfrm>
            <a:off x="857250" y="7048500"/>
            <a:ext cx="16383000" cy="209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Phản</a:t>
            </a:r>
            <a:r>
              <a:rPr lang="en-US" sz="2550" dirty="0" spc="-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hồi của</a:t>
            </a:r>
            <a:r>
              <a:rPr lang="en-US" sz="2550" dirty="0" spc="5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550" dirty="0" spc="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 là</a:t>
            </a:r>
            <a:r>
              <a:rPr lang="en-US" sz="2550" dirty="0" spc="-5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550" dirty="0" spc="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phần cần</a:t>
            </a:r>
            <a:r>
              <a:rPr lang="en-US" sz="2550" dirty="0" spc="7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đọc,</a:t>
            </a:r>
            <a:r>
              <a:rPr lang="en-US" sz="2550" dirty="0" spc="-7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thay</a:t>
            </a:r>
            <a:r>
              <a:rPr lang="en-US" sz="2550" dirty="0" spc="-2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vì</a:t>
            </a:r>
            <a:r>
              <a:rPr lang="en-US" sz="2550" dirty="0" spc="18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2550" dirty="0" spc="-5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550" dirty="0" spc="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phía</a:t>
            </a:r>
            <a:r>
              <a:rPr lang="en-US" sz="2550" dirty="0" spc="-36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kể</a:t>
            </a:r>
            <a:r>
              <a:rPr lang="en-US" sz="2550" dirty="0" spc="-12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toàn</a:t>
            </a:r>
            <a:r>
              <a:rPr lang="en-US" sz="2550" dirty="0" spc="-5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2550" dirty="0" spc="2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câu</a:t>
            </a:r>
            <a:r>
              <a:rPr lang="en-US" sz="2550" dirty="0" spc="-1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chuyện.</a:t>
            </a:r>
            <a:r>
              <a:rPr lang="en-US" sz="2550" dirty="0" spc="-47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550" dirty="0" spc="-4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2550" dirty="0" spc="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dịch</a:t>
            </a:r>
            <a:r>
              <a:rPr lang="en-US" sz="2550" dirty="0" spc="-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</a:t>
            </a:r>
            <a:r>
              <a:rPr lang="en-US" sz="2550" dirty="0" spc="6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550" dirty="0" spc="17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trưng</a:t>
            </a:r>
            <a:r>
              <a:rPr lang="en-US" sz="2550" dirty="0" spc="-1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bày,</a:t>
            </a:r>
            <a:r>
              <a:rPr lang="en-US" sz="2550" dirty="0" spc="-37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Freud</a:t>
            </a:r>
            <a:r>
              <a:rPr lang="en-US" sz="2550" dirty="0" spc="-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phủ nhận</a:t>
            </a:r>
            <a:r>
              <a:rPr lang="en-US" sz="2550" dirty="0" spc="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cáo</a:t>
            </a:r>
            <a:r>
              <a:rPr lang="en-US" sz="2550" dirty="0" spc="-2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buộc</a:t>
            </a:r>
            <a:r>
              <a:rPr lang="en-US" sz="2550" dirty="0" spc="-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550" dirty="0" spc="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Jung</a:t>
            </a:r>
            <a:r>
              <a:rPr lang="en-US" sz="2550" dirty="0" spc="-19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dirty="0" spc="18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đề</a:t>
            </a:r>
            <a:r>
              <a:rPr lang="en-US" sz="2550" dirty="0" spc="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nghị</a:t>
            </a:r>
            <a:r>
              <a:rPr lang="en-US" sz="2550" dirty="0" spc="16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ngừng</a:t>
            </a:r>
            <a:r>
              <a:rPr lang="en-US" sz="2550" dirty="0" spc="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quan</a:t>
            </a:r>
            <a:r>
              <a:rPr lang="en-US" sz="2550" dirty="0" spc="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hệ cá</a:t>
            </a:r>
            <a:r>
              <a:rPr lang="en-US" sz="2550" dirty="0" spc="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nhân.</a:t>
            </a:r>
            <a:r>
              <a:rPr lang="en-US" sz="2550" dirty="0" spc="-78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Ta</a:t>
            </a:r>
            <a:r>
              <a:rPr lang="en-US" sz="2550" dirty="0" spc="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550" dirty="0" spc="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r>
              <a:rPr lang="en-US" sz="2550" dirty="0" spc="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</a:t>
            </a:r>
            <a:r>
              <a:rPr lang="en-US" sz="2550" dirty="0" spc="-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</a:t>
            </a:r>
            <a:r>
              <a:rPr lang="en-US" sz="2550" dirty="0" spc="-3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</a:t>
            </a:r>
            <a:r>
              <a:rPr lang="en-US" sz="2550" dirty="0" spc="18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đề</a:t>
            </a:r>
            <a:r>
              <a:rPr lang="en-US" sz="2550" dirty="0" spc="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nghị</a:t>
            </a:r>
            <a:r>
              <a:rPr lang="en-US" sz="2550" dirty="0" spc="-12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ấy</a:t>
            </a:r>
            <a:r>
              <a:rPr lang="en-US" sz="2550" dirty="0" spc="6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550" dirty="0" spc="-5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viết</a:t>
            </a:r>
            <a:r>
              <a:rPr lang="en-US" sz="2550" dirty="0" spc="-27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ra,</a:t>
            </a:r>
            <a:r>
              <a:rPr lang="en-US" sz="2550" dirty="0" spc="1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đồng</a:t>
            </a:r>
            <a:r>
              <a:rPr lang="en-US" sz="2550" dirty="0" spc="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thời</a:t>
            </a:r>
            <a:r>
              <a:rPr lang="en-US" sz="2550" dirty="0" spc="-15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vẫn</a:t>
            </a:r>
            <a:r>
              <a:rPr lang="en-US" sz="2550" dirty="0" spc="-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</a:t>
            </a:r>
            <a:r>
              <a:rPr lang="en-US" sz="2550" dirty="0" spc="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mở</a:t>
            </a:r>
            <a:r>
              <a:rPr lang="en-US" sz="2550" dirty="0" spc="2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câu</a:t>
            </a:r>
            <a:r>
              <a:rPr lang="en-US" sz="2550" dirty="0" spc="-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</a:t>
            </a:r>
            <a:r>
              <a:rPr lang="en-US" sz="2550" dirty="0" spc="-18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về</a:t>
            </a:r>
            <a:r>
              <a:rPr lang="en-US" sz="2550" dirty="0" spc="-12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nguyên</a:t>
            </a:r>
            <a:r>
              <a:rPr lang="en-US" sz="2550" dirty="0" spc="-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nhân,</a:t>
            </a:r>
            <a:r>
              <a:rPr lang="en-US" sz="2550" dirty="0" spc="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cách</a:t>
            </a:r>
            <a:r>
              <a:rPr lang="en-US" sz="2550" dirty="0" spc="-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</a:t>
            </a:r>
            <a:r>
              <a:rPr lang="en-US" sz="2550" dirty="0" spc="5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550" dirty="0" spc="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hiểu</a:t>
            </a:r>
            <a:r>
              <a:rPr lang="en-US" sz="2550" dirty="0" spc="-4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sự</a:t>
            </a:r>
            <a:r>
              <a:rPr lang="en-US" sz="2550" dirty="0" spc="-3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</a:t>
            </a:r>
            <a:r>
              <a:rPr lang="en-US" sz="2550" dirty="0" spc="-19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dirty="0" spc="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diễn</a:t>
            </a:r>
            <a:r>
              <a:rPr lang="en-US" sz="2550" dirty="0" spc="-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biến</a:t>
            </a:r>
            <a:r>
              <a:rPr lang="en-US" sz="2550" dirty="0" spc="-15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tổ</a:t>
            </a:r>
            <a:r>
              <a:rPr lang="en-US" sz="2550" dirty="0" spc="6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chức</a:t>
            </a:r>
            <a:r>
              <a:rPr lang="en-US" sz="2550" dirty="0" spc="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tiếp</a:t>
            </a:r>
            <a:r>
              <a:rPr lang="en-US" sz="2550" dirty="0" spc="-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theo.</a:t>
            </a:r>
            <a:endParaRPr lang="en-US" sz="2550" dirty="0"/>
          </a:p>
        </p:txBody>
      </p:sp>
      <p:sp>
        <p:nvSpPr>
          <p:cNvPr id="18" name="Text 15"/>
          <p:cNvSpPr/>
          <p:nvPr/>
        </p:nvSpPr>
        <p:spPr>
          <a:xfrm>
            <a:off x="762000" y="9525000"/>
            <a:ext cx="16383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25" dirty="0" spc="1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[S5]</a:t>
            </a:r>
            <a:r>
              <a:rPr lang="en-US" sz="1725" dirty="0" spc="-13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trang</a:t>
            </a:r>
            <a:r>
              <a:rPr lang="en-US" sz="1725" dirty="0" spc="0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dịch</a:t>
            </a:r>
            <a:r>
              <a:rPr lang="en-US" sz="1725" dirty="0" spc="-1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2–3</a:t>
            </a:r>
            <a:endParaRPr lang="en-US" sz="1725" dirty="0"/>
          </a:p>
        </p:txBody>
      </p:sp>
      <p:sp>
        <p:nvSpPr>
          <p:cNvPr id="19" name="Text 16"/>
          <p:cNvSpPr/>
          <p:nvPr/>
        </p:nvSpPr>
        <p:spPr>
          <a:xfrm>
            <a:off x="762000" y="9953625"/>
            <a:ext cx="157162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2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J01</a:t>
            </a:r>
            <a:r>
              <a:rPr lang="en-US" sz="1650" dirty="0" spc="0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Visual edition</a:t>
            </a:r>
            <a:r>
              <a:rPr lang="en-US" sz="1650" dirty="0" spc="1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5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09/40</a:t>
            </a:r>
            <a:endParaRPr lang="en-US" sz="1650" dirty="0"/>
          </a:p>
        </p:txBody>
      </p:sp>
      <p:sp>
        <p:nvSpPr>
          <p:cNvPr id="20" name="Shape 17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1" name="Moda image moda-export-watermark-afb36184-4512-45b2-b156-dd13090b9c55" descr="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76250"/>
            <a:ext cx="153352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🕰️ B · PHÂN LOẠI TƯ LIỆU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762000" y="1143000"/>
            <a:ext cx="16764000" cy="1476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500" b="1" dirty="0" spc="-11" kern="0">
                <a:solidFill>
                  <a:srgbClr val="20242A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Một</a:t>
            </a:r>
            <a:r>
              <a:rPr lang="en-US" sz="4500" b="1" dirty="0" spc="2" kern="0">
                <a:solidFill>
                  <a:srgbClr val="20242A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cuộc</a:t>
            </a:r>
            <a:r>
              <a:rPr lang="en-US" sz="4500" b="1" dirty="0" spc="-8" kern="0">
                <a:solidFill>
                  <a:srgbClr val="20242A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đời</a:t>
            </a:r>
            <a:r>
              <a:rPr lang="en-US" sz="4500" b="1" dirty="0" spc="1" kern="0">
                <a:solidFill>
                  <a:srgbClr val="20242A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có</a:t>
            </a:r>
            <a:r>
              <a:rPr lang="en-US" sz="4500" b="1" dirty="0" spc="3" kern="0">
                <a:solidFill>
                  <a:srgbClr val="20242A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nhiều</a:t>
            </a:r>
            <a:r>
              <a:rPr lang="en-US" sz="4500" b="1" dirty="0" spc="-22" kern="0">
                <a:solidFill>
                  <a:srgbClr val="20242A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lớp</a:t>
            </a:r>
            <a:r>
              <a:rPr lang="en-US" sz="4500" b="1" dirty="0" spc="2" kern="0">
                <a:solidFill>
                  <a:srgbClr val="20242A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nguồn</a:t>
            </a:r>
            <a:endParaRPr lang="en-US" sz="4500" dirty="0"/>
          </a:p>
        </p:txBody>
      </p:sp>
      <p:pic>
        <p:nvPicPr>
          <p:cNvPr id="4" name="Moda flattened rect-1792822530961-487226034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602075" y="409575"/>
            <a:ext cx="590550" cy="590550"/>
          </a:xfrm>
          <a:prstGeom prst="rect">
            <a:avLst/>
          </a:prstGeom>
        </p:spPr>
      </p:pic>
      <p:pic>
        <p:nvPicPr>
          <p:cNvPr id="5" name="Moda image rect-1792822531269-853245784" descr="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857250" y="2857500"/>
            <a:ext cx="6000750" cy="40005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762000" y="7096125"/>
            <a:ext cx="6191250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Ảnh minh</a:t>
            </a:r>
            <a:r>
              <a:rPr lang="en-US" sz="1800" dirty="0" spc="-1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họa:</a:t>
            </a:r>
            <a:r>
              <a:rPr lang="en-US" sz="1800" dirty="0" spc="-7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Gülfer</a:t>
            </a:r>
            <a:r>
              <a:rPr lang="en-US" sz="1800" dirty="0" spc="-5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ERGİN</a:t>
            </a:r>
            <a:r>
              <a:rPr lang="en-US" sz="1800" dirty="0" spc="4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/</a:t>
            </a:r>
            <a:r>
              <a:rPr lang="en-US" sz="1800" dirty="0" spc="0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Unsplash</a:t>
            </a:r>
            <a:endParaRPr lang="en-US" sz="1800" dirty="0"/>
          </a:p>
        </p:txBody>
      </p:sp>
      <p:sp>
        <p:nvSpPr>
          <p:cNvPr id="7" name="Text 3"/>
          <p:cNvSpPr/>
          <p:nvPr/>
        </p:nvSpPr>
        <p:spPr>
          <a:xfrm>
            <a:off x="762000" y="7953375"/>
            <a:ext cx="619125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Minh</a:t>
            </a:r>
            <a:r>
              <a:rPr lang="en-US" sz="1800" dirty="0" spc="-1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họa</a:t>
            </a:r>
            <a:r>
              <a:rPr lang="en-US" sz="1800" dirty="0" spc="-2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</a:t>
            </a:r>
            <a:r>
              <a:rPr lang="en-US" sz="1800" dirty="0" spc="9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1800" dirty="0" spc="-4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nguồn;</a:t>
            </a:r>
            <a:r>
              <a:rPr lang="en-US" sz="1800" dirty="0" spc="-2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1800" dirty="0" spc="0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r>
              <a:rPr lang="en-US" sz="1800" dirty="0" spc="-2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tư liệu</a:t>
            </a:r>
            <a:r>
              <a:rPr lang="en-US" sz="1800" dirty="0" spc="3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1800" dirty="0" spc="-2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Jung.</a:t>
            </a:r>
            <a:endParaRPr lang="en-US" sz="1800" dirty="0"/>
          </a:p>
        </p:txBody>
      </p:sp>
      <p:sp>
        <p:nvSpPr>
          <p:cNvPr id="8" name="Text 4"/>
          <p:cNvSpPr/>
          <p:nvPr/>
        </p:nvSpPr>
        <p:spPr>
          <a:xfrm>
            <a:off x="7905750" y="2857500"/>
            <a:ext cx="9334500" cy="3143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25" dirty="0" spc="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Thư</a:t>
            </a:r>
            <a:r>
              <a:rPr lang="en-US" sz="2625" dirty="0" spc="7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đương</a:t>
            </a:r>
            <a:r>
              <a:rPr lang="en-US" sz="2625" dirty="0" spc="2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thời,</a:t>
            </a:r>
            <a:r>
              <a:rPr lang="en-US" sz="2625" dirty="0" spc="3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hồi</a:t>
            </a:r>
            <a:r>
              <a:rPr lang="en-US" sz="2625" dirty="0" spc="7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tưởng</a:t>
            </a:r>
            <a:r>
              <a:rPr lang="en-US" sz="2625" dirty="0" spc="-15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625" dirty="0" spc="-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2625" dirty="0" spc="-4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viết</a:t>
            </a:r>
            <a:r>
              <a:rPr lang="en-US" sz="2625" dirty="0" spc="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lịch sử</a:t>
            </a:r>
            <a:r>
              <a:rPr lang="en-US" sz="2625" dirty="0" spc="-24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2625" dirty="0" spc="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r>
              <a:rPr lang="en-US" sz="2625" dirty="0" spc="2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những</a:t>
            </a:r>
            <a:r>
              <a:rPr lang="en-US" sz="2625" dirty="0" spc="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câu</a:t>
            </a:r>
            <a:r>
              <a:rPr lang="en-US" sz="2625" dirty="0" spc="3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</a:t>
            </a:r>
            <a:r>
              <a:rPr lang="en-US" sz="2625" dirty="0" spc="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 nhau. Thư</a:t>
            </a:r>
            <a:r>
              <a:rPr lang="en-US" sz="2625" dirty="0" spc="-1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gần</a:t>
            </a:r>
            <a:r>
              <a:rPr lang="en-US" sz="2625" dirty="0" spc="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sự kiện</a:t>
            </a:r>
            <a:r>
              <a:rPr lang="en-US" sz="2625" dirty="0" spc="2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nhưng</a:t>
            </a:r>
            <a:r>
              <a:rPr lang="en-US" sz="2625" dirty="0" spc="-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625" dirty="0" spc="9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625" dirty="0" spc="3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</a:t>
            </a:r>
            <a:r>
              <a:rPr lang="en-US" sz="2625" dirty="0" spc="-15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625" dirty="0" spc="-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</a:t>
            </a:r>
            <a:r>
              <a:rPr lang="en-US" sz="2625" dirty="0" spc="22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đích</a:t>
            </a:r>
            <a:r>
              <a:rPr lang="en-US" sz="2625" dirty="0" spc="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cụ</a:t>
            </a:r>
            <a:r>
              <a:rPr lang="en-US" sz="2625" dirty="0" spc="2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thể.</a:t>
            </a:r>
            <a:r>
              <a:rPr lang="en-US" sz="2625" dirty="0" spc="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Hồi</a:t>
            </a:r>
            <a:r>
              <a:rPr lang="en-US" sz="2625" dirty="0" spc="8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tưởng</a:t>
            </a:r>
            <a:r>
              <a:rPr lang="en-US" sz="2625" dirty="0" spc="2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giúp hiểu</a:t>
            </a:r>
            <a:r>
              <a:rPr lang="en-US" sz="2625" dirty="0" spc="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cách</a:t>
            </a:r>
            <a:r>
              <a:rPr lang="en-US" sz="2625" dirty="0" spc="-13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tác</a:t>
            </a:r>
            <a:r>
              <a:rPr lang="en-US" sz="2625" dirty="0" spc="2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</a:t>
            </a:r>
            <a:r>
              <a:rPr lang="en-US" sz="2625" dirty="0" spc="4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nhìn</a:t>
            </a:r>
            <a:r>
              <a:rPr lang="en-US" sz="2625" dirty="0" spc="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r>
              <a:rPr lang="en-US" sz="2625" dirty="0" spc="15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đời</a:t>
            </a:r>
            <a:r>
              <a:rPr lang="en-US" sz="2625" dirty="0" spc="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mình,</a:t>
            </a:r>
            <a:r>
              <a:rPr lang="en-US" sz="2625" dirty="0" spc="13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đồng</a:t>
            </a:r>
            <a:r>
              <a:rPr lang="en-US" sz="2625" dirty="0" spc="2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thời</a:t>
            </a:r>
            <a:r>
              <a:rPr lang="en-US" sz="2625" dirty="0" spc="19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2625" dirty="0" spc="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</a:t>
            </a:r>
            <a:r>
              <a:rPr lang="en-US" sz="2625" dirty="0" spc="-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khoảng</a:t>
            </a:r>
            <a:r>
              <a:rPr lang="en-US" sz="2625" dirty="0" spc="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cách</a:t>
            </a:r>
            <a:r>
              <a:rPr lang="en-US" sz="2625" dirty="0" spc="2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thời gian.</a:t>
            </a:r>
            <a:r>
              <a:rPr lang="en-US" sz="2625" dirty="0" spc="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Công</a:t>
            </a:r>
            <a:r>
              <a:rPr lang="en-US" sz="2625" dirty="0" spc="12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</a:t>
            </a:r>
            <a:r>
              <a:rPr lang="en-US" sz="2625" dirty="0" spc="-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lịch</a:t>
            </a:r>
            <a:r>
              <a:rPr lang="en-US" sz="2625" dirty="0" spc="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sử</a:t>
            </a:r>
            <a:r>
              <a:rPr lang="en-US" sz="2625" dirty="0" spc="-17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tổ</a:t>
            </a:r>
            <a:r>
              <a:rPr lang="en-US" sz="2625" dirty="0" spc="9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chức</a:t>
            </a:r>
            <a:r>
              <a:rPr lang="en-US" sz="2625" dirty="0" spc="-17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625" dirty="0" spc="16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</a:t>
            </a:r>
            <a:r>
              <a:rPr lang="en-US" sz="2625" dirty="0" spc="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 tư</a:t>
            </a:r>
            <a:r>
              <a:rPr lang="en-US" sz="2625" dirty="0" spc="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625" dirty="0" spc="2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nhưng</a:t>
            </a:r>
            <a:r>
              <a:rPr lang="en-US" sz="2625" dirty="0" spc="2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cũng</a:t>
            </a:r>
            <a:r>
              <a:rPr lang="en-US" sz="2625" dirty="0" spc="-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625" dirty="0" spc="9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lựa</a:t>
            </a:r>
            <a:r>
              <a:rPr lang="en-US" sz="2625" dirty="0" spc="2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chọn</a:t>
            </a:r>
            <a:r>
              <a:rPr lang="en-US" sz="2625" dirty="0" spc="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phạm</a:t>
            </a:r>
            <a:r>
              <a:rPr lang="en-US" sz="2625" dirty="0" spc="2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vi.</a:t>
            </a:r>
            <a:r>
              <a:rPr lang="en-US" sz="2625" dirty="0" spc="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625" dirty="0" spc="2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2625" dirty="0" spc="-18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xếp</a:t>
            </a:r>
            <a:r>
              <a:rPr lang="en-US" sz="2625" dirty="0" spc="-8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625" dirty="0" spc="2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2625" dirty="0" spc="-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625" dirty="0" spc="-19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tuyệt</a:t>
            </a:r>
            <a:r>
              <a:rPr lang="en-US" sz="2625" dirty="0" spc="15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</a:t>
            </a:r>
            <a:r>
              <a:rPr lang="en-US" sz="2625" dirty="0" spc="-2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tốt</a:t>
            </a:r>
            <a:r>
              <a:rPr lang="en-US" sz="2625" dirty="0" spc="19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2625" dirty="0" spc="2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 nó đúng</a:t>
            </a:r>
            <a:r>
              <a:rPr lang="en-US" sz="2625" dirty="0" spc="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cách.</a:t>
            </a:r>
            <a:endParaRPr lang="en-US" sz="2625" dirty="0"/>
          </a:p>
        </p:txBody>
      </p:sp>
      <p:sp>
        <p:nvSpPr>
          <p:cNvPr id="9" name="Text 5"/>
          <p:cNvSpPr/>
          <p:nvPr/>
        </p:nvSpPr>
        <p:spPr>
          <a:xfrm>
            <a:off x="7905750" y="6477000"/>
            <a:ext cx="257175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b="1" dirty="0" spc="-3" kern="0">
                <a:solidFill>
                  <a:srgbClr val="493C89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Thư</a:t>
            </a:r>
            <a:endParaRPr lang="en-US" sz="2250" dirty="0"/>
          </a:p>
        </p:txBody>
      </p:sp>
      <p:sp>
        <p:nvSpPr>
          <p:cNvPr id="10" name="Text 6"/>
          <p:cNvSpPr/>
          <p:nvPr/>
        </p:nvSpPr>
        <p:spPr>
          <a:xfrm>
            <a:off x="10763250" y="6477000"/>
            <a:ext cx="6477000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-13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Phát</a:t>
            </a:r>
            <a:r>
              <a:rPr lang="en-US" sz="2250" dirty="0" spc="-7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ngôn</a:t>
            </a:r>
            <a:r>
              <a:rPr lang="en-US" sz="2250" dirty="0" spc="-16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250" dirty="0" spc="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tình</a:t>
            </a:r>
            <a:r>
              <a:rPr lang="en-US" sz="2250" dirty="0" spc="2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huống.</a:t>
            </a:r>
            <a:endParaRPr lang="en-US" sz="2250" dirty="0"/>
          </a:p>
        </p:txBody>
      </p:sp>
      <p:sp>
        <p:nvSpPr>
          <p:cNvPr id="11" name="Text 7"/>
          <p:cNvSpPr/>
          <p:nvPr/>
        </p:nvSpPr>
        <p:spPr>
          <a:xfrm>
            <a:off x="7905750" y="7286625"/>
            <a:ext cx="257175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b="1" dirty="0" spc="-2" kern="0">
                <a:solidFill>
                  <a:srgbClr val="493C89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Hồi</a:t>
            </a:r>
            <a:r>
              <a:rPr lang="en-US" sz="2250" b="1" dirty="0" spc="-23" kern="0">
                <a:solidFill>
                  <a:srgbClr val="493C89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tưởng</a:t>
            </a:r>
            <a:endParaRPr lang="en-US" sz="2250" dirty="0"/>
          </a:p>
        </p:txBody>
      </p:sp>
      <p:sp>
        <p:nvSpPr>
          <p:cNvPr id="12" name="Text 8"/>
          <p:cNvSpPr/>
          <p:nvPr/>
        </p:nvSpPr>
        <p:spPr>
          <a:xfrm>
            <a:off x="10763250" y="7286625"/>
            <a:ext cx="6477000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-11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Tự</a:t>
            </a:r>
            <a:r>
              <a:rPr lang="en-US" sz="2250" dirty="0" spc="-2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hiểu</a:t>
            </a:r>
            <a:r>
              <a:rPr lang="en-US" sz="2250" dirty="0" spc="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 nhìn lại.</a:t>
            </a:r>
            <a:endParaRPr lang="en-US" sz="2250" dirty="0"/>
          </a:p>
        </p:txBody>
      </p:sp>
      <p:sp>
        <p:nvSpPr>
          <p:cNvPr id="13" name="Text 9"/>
          <p:cNvSpPr/>
          <p:nvPr/>
        </p:nvSpPr>
        <p:spPr>
          <a:xfrm>
            <a:off x="7905750" y="8096250"/>
            <a:ext cx="257175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b="1" dirty="0" spc="-1" kern="0">
                <a:solidFill>
                  <a:srgbClr val="493C89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Lịch</a:t>
            </a:r>
            <a:r>
              <a:rPr lang="en-US" sz="2250" b="1" dirty="0" spc="-2" kern="0">
                <a:solidFill>
                  <a:srgbClr val="493C89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sử</a:t>
            </a:r>
            <a:endParaRPr lang="en-US" sz="2250" dirty="0"/>
          </a:p>
        </p:txBody>
      </p:sp>
      <p:sp>
        <p:nvSpPr>
          <p:cNvPr id="14" name="Text 10"/>
          <p:cNvSpPr/>
          <p:nvPr/>
        </p:nvSpPr>
        <p:spPr>
          <a:xfrm>
            <a:off x="10763250" y="8096250"/>
            <a:ext cx="6477000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-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Đối chiếu</a:t>
            </a:r>
            <a:r>
              <a:rPr lang="en-US" sz="2250" dirty="0" spc="-16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250" dirty="0" spc="-13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tái</a:t>
            </a:r>
            <a:r>
              <a:rPr lang="en-US" sz="2250" dirty="0" spc="18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dựng.</a:t>
            </a:r>
            <a:endParaRPr lang="en-US" sz="2250" dirty="0"/>
          </a:p>
        </p:txBody>
      </p:sp>
      <p:sp>
        <p:nvSpPr>
          <p:cNvPr id="15" name="Text 11"/>
          <p:cNvSpPr/>
          <p:nvPr/>
        </p:nvSpPr>
        <p:spPr>
          <a:xfrm>
            <a:off x="762000" y="9525000"/>
            <a:ext cx="16383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25" dirty="0" spc="1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[S3]</a:t>
            </a:r>
            <a:r>
              <a:rPr lang="en-US" sz="1725" dirty="0" spc="-3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ETH</a:t>
            </a:r>
            <a:r>
              <a:rPr lang="en-US" sz="1725" dirty="0" spc="-1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725" dirty="0" spc="0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[S6] Philemon ·</a:t>
            </a:r>
            <a:r>
              <a:rPr lang="en-US" sz="1725" dirty="0" spc="1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J01</a:t>
            </a:r>
            <a:r>
              <a:rPr lang="en-US" sz="1725" dirty="0" spc="-1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</a:t>
            </a:r>
            <a:endParaRPr lang="en-US" sz="1725" dirty="0"/>
          </a:p>
        </p:txBody>
      </p:sp>
      <p:sp>
        <p:nvSpPr>
          <p:cNvPr id="16" name="Text 12"/>
          <p:cNvSpPr/>
          <p:nvPr/>
        </p:nvSpPr>
        <p:spPr>
          <a:xfrm>
            <a:off x="762000" y="9953625"/>
            <a:ext cx="157162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2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J01</a:t>
            </a:r>
            <a:r>
              <a:rPr lang="en-US" sz="1650" dirty="0" spc="0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Visual edition</a:t>
            </a:r>
            <a:r>
              <a:rPr lang="en-US" sz="1650" dirty="0" spc="1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5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10/40</a:t>
            </a:r>
            <a:endParaRPr lang="en-US" sz="1650" dirty="0"/>
          </a:p>
        </p:txBody>
      </p:sp>
      <p:sp>
        <p:nvSpPr>
          <p:cNvPr id="17" name="Shape 13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8" name="Moda image moda-export-watermark-08d23efa-c5a6-4a8e-bd96-7e0ce4740667" descr="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76250"/>
            <a:ext cx="153352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🕰️ B · TỰ THUẬT QUA TRUNG GIAN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762000" y="1143000"/>
            <a:ext cx="16764000" cy="1476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500" b="1" dirty="0" spc="1" kern="0">
                <a:solidFill>
                  <a:srgbClr val="20242A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Memories,</a:t>
            </a:r>
            <a:r>
              <a:rPr lang="en-US" sz="4500" b="1" dirty="0" spc="-7" kern="0">
                <a:solidFill>
                  <a:srgbClr val="20242A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Dreams,</a:t>
            </a:r>
            <a:r>
              <a:rPr lang="en-US" sz="4500" b="1" dirty="0" spc="-8" kern="0">
                <a:solidFill>
                  <a:srgbClr val="20242A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Reflections:</a:t>
            </a:r>
            <a:r>
              <a:rPr lang="en-US" sz="4500" b="1" dirty="0" spc="9" kern="0">
                <a:solidFill>
                  <a:srgbClr val="20242A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đọc</a:t>
            </a:r>
            <a:r>
              <a:rPr lang="en-US" sz="4500" b="1" dirty="0" spc="4" kern="0">
                <a:solidFill>
                  <a:srgbClr val="20242A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cả</a:t>
            </a:r>
            <a:r>
              <a:rPr lang="en-US" sz="4500" b="1" dirty="0" spc="0" kern="0">
                <a:solidFill>
                  <a:srgbClr val="20242A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quá</a:t>
            </a:r>
            <a:r>
              <a:rPr lang="en-US" sz="4500" b="1" dirty="0" spc="-7" kern="0">
                <a:solidFill>
                  <a:srgbClr val="20242A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trình</a:t>
            </a:r>
            <a:r>
              <a:rPr lang="en-US" sz="4500" b="1" dirty="0" spc="4" kern="0">
                <a:solidFill>
                  <a:srgbClr val="20242A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biên</a:t>
            </a:r>
            <a:r>
              <a:rPr lang="en-US" sz="4500" b="1" dirty="0" spc="-6" kern="0">
                <a:solidFill>
                  <a:srgbClr val="20242A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tập</a:t>
            </a:r>
            <a:endParaRPr lang="en-US" sz="4500" dirty="0"/>
          </a:p>
        </p:txBody>
      </p:sp>
      <p:pic>
        <p:nvPicPr>
          <p:cNvPr id="4" name="Moda flattened rect-1792822535342-177309447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602075" y="409575"/>
            <a:ext cx="590550" cy="590550"/>
          </a:xfrm>
          <a:prstGeom prst="rect">
            <a:avLst/>
          </a:prstGeom>
        </p:spPr>
      </p:pic>
      <p:pic>
        <p:nvPicPr>
          <p:cNvPr id="5" name="Moda image rect-1792822535670-583467029" descr="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2523473" y="2857500"/>
            <a:ext cx="2668303" cy="40005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762000" y="7096125"/>
            <a:ext cx="6191250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Ảnh minh</a:t>
            </a:r>
            <a:r>
              <a:rPr lang="en-US" sz="1800" dirty="0" spc="-1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họa:</a:t>
            </a:r>
            <a:r>
              <a:rPr lang="en-US" sz="1800" dirty="0" spc="-4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Justin</a:t>
            </a:r>
            <a:r>
              <a:rPr lang="en-US" sz="1800" dirty="0" spc="-15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Morgan</a:t>
            </a:r>
            <a:r>
              <a:rPr lang="en-US" sz="1800" dirty="0" spc="4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/</a:t>
            </a:r>
            <a:r>
              <a:rPr lang="en-US" sz="1800" dirty="0" spc="0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Unsplash</a:t>
            </a:r>
            <a:endParaRPr lang="en-US" sz="1800" dirty="0"/>
          </a:p>
        </p:txBody>
      </p:sp>
      <p:sp>
        <p:nvSpPr>
          <p:cNvPr id="7" name="Text 3"/>
          <p:cNvSpPr/>
          <p:nvPr/>
        </p:nvSpPr>
        <p:spPr>
          <a:xfrm>
            <a:off x="762000" y="7953375"/>
            <a:ext cx="619125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Minh</a:t>
            </a:r>
            <a:r>
              <a:rPr lang="en-US" sz="1800" dirty="0" spc="-1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họa</a:t>
            </a:r>
            <a:r>
              <a:rPr lang="en-US" sz="1800" dirty="0" spc="-2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</a:t>
            </a:r>
            <a:r>
              <a:rPr lang="en-US" sz="1800" dirty="0" spc="9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1800" dirty="0" spc="-4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nguồn;</a:t>
            </a:r>
            <a:r>
              <a:rPr lang="en-US" sz="1800" dirty="0" spc="-2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1800" dirty="0" spc="0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r>
              <a:rPr lang="en-US" sz="1800" dirty="0" spc="-2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tư liệu</a:t>
            </a:r>
            <a:r>
              <a:rPr lang="en-US" sz="1800" dirty="0" spc="3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1800" dirty="0" spc="-2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Jung.</a:t>
            </a:r>
            <a:endParaRPr lang="en-US" sz="1800" dirty="0"/>
          </a:p>
        </p:txBody>
      </p:sp>
      <p:sp>
        <p:nvSpPr>
          <p:cNvPr id="8" name="Text 4"/>
          <p:cNvSpPr/>
          <p:nvPr/>
        </p:nvSpPr>
        <p:spPr>
          <a:xfrm>
            <a:off x="7905750" y="2857500"/>
            <a:ext cx="9334500" cy="3143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25" dirty="0" spc="-9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Một</a:t>
            </a:r>
            <a:r>
              <a:rPr lang="en-US" sz="2625" dirty="0" spc="-13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tác</a:t>
            </a:r>
            <a:r>
              <a:rPr lang="en-US" sz="2625" dirty="0" spc="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phẩm</a:t>
            </a:r>
            <a:r>
              <a:rPr lang="en-US" sz="2625" dirty="0" spc="-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625" dirty="0" spc="-9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chất</a:t>
            </a:r>
            <a:r>
              <a:rPr lang="en-US" sz="2625" dirty="0" spc="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625" dirty="0" spc="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r>
              <a:rPr lang="en-US" sz="2625" dirty="0" spc="-8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thuật</a:t>
            </a:r>
            <a:r>
              <a:rPr lang="en-US" sz="2625" dirty="0" spc="-1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vẫn</a:t>
            </a:r>
            <a:r>
              <a:rPr lang="en-US" sz="2625" dirty="0" spc="-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625" dirty="0" spc="2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r>
              <a:rPr lang="en-US" sz="2625" dirty="0" spc="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625" dirty="0" spc="2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nhiều</a:t>
            </a:r>
            <a:r>
              <a:rPr lang="en-US" sz="2625" dirty="0" spc="9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625" dirty="0" spc="-13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góp</a:t>
            </a:r>
            <a:r>
              <a:rPr lang="en-US" sz="2625" dirty="0" spc="-12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vào</a:t>
            </a:r>
            <a:r>
              <a:rPr lang="en-US" sz="2625" dirty="0" spc="-2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</a:t>
            </a:r>
            <a:r>
              <a:rPr lang="en-US" sz="2625" dirty="0" spc="2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</a:t>
            </a:r>
            <a:r>
              <a:rPr lang="en-US" sz="2625" dirty="0" spc="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thập,</a:t>
            </a:r>
            <a:r>
              <a:rPr lang="en-US" sz="2625" dirty="0" spc="1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lựa</a:t>
            </a:r>
            <a:r>
              <a:rPr lang="en-US" sz="2625" dirty="0" spc="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chọn</a:t>
            </a:r>
            <a:r>
              <a:rPr lang="en-US" sz="2625" dirty="0" spc="-15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625" dirty="0" spc="-17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tổ</a:t>
            </a:r>
            <a:r>
              <a:rPr lang="en-US" sz="2625" dirty="0" spc="9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chức</a:t>
            </a:r>
            <a:r>
              <a:rPr lang="en-US" sz="2625" dirty="0" spc="-1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văn</a:t>
            </a:r>
            <a:r>
              <a:rPr lang="en-US" sz="2625" dirty="0" spc="-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bản.</a:t>
            </a:r>
            <a:r>
              <a:rPr lang="en-US" sz="2625" dirty="0" spc="-5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Biết</a:t>
            </a:r>
            <a:r>
              <a:rPr lang="en-US" sz="2625" dirty="0" spc="-12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vai</a:t>
            </a:r>
            <a:r>
              <a:rPr lang="en-US" sz="2625" dirty="0" spc="-25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trò</a:t>
            </a:r>
            <a:r>
              <a:rPr lang="en-US" sz="2625" dirty="0" spc="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 Aniela</a:t>
            </a:r>
            <a:r>
              <a:rPr lang="en-US" sz="2625" dirty="0" spc="-27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Jaffé</a:t>
            </a:r>
            <a:r>
              <a:rPr lang="en-US" sz="2625" dirty="0" spc="-16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625" dirty="0" spc="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quá</a:t>
            </a:r>
            <a:r>
              <a:rPr lang="en-US" sz="2625" dirty="0" spc="1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</a:t>
            </a:r>
            <a:r>
              <a:rPr lang="en-US" sz="2625" dirty="0" spc="2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biên</a:t>
            </a:r>
            <a:r>
              <a:rPr lang="en-US" sz="2625" dirty="0" spc="-12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tập</a:t>
            </a:r>
            <a:r>
              <a:rPr lang="en-US" sz="2625" dirty="0" spc="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625" dirty="0" spc="-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r>
              <a:rPr lang="en-US" sz="2625" dirty="0" spc="-13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tác</a:t>
            </a:r>
            <a:r>
              <a:rPr lang="en-US" sz="2625" dirty="0" spc="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phẩm</a:t>
            </a:r>
            <a:r>
              <a:rPr lang="en-US" sz="2625" dirty="0" spc="-24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trở</a:t>
            </a:r>
            <a:r>
              <a:rPr lang="en-US" sz="2625" dirty="0" spc="2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nên</a:t>
            </a:r>
            <a:r>
              <a:rPr lang="en-US" sz="2625" dirty="0" spc="-16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vô</a:t>
            </a:r>
            <a:r>
              <a:rPr lang="en-US" sz="2625" dirty="0" spc="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dụng. Nó</a:t>
            </a:r>
            <a:r>
              <a:rPr lang="en-US" sz="2625" dirty="0" spc="2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khiến</a:t>
            </a:r>
            <a:r>
              <a:rPr lang="en-US" sz="2625" dirty="0" spc="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câu</a:t>
            </a:r>
            <a:r>
              <a:rPr lang="en-US" sz="2625" dirty="0" spc="3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</a:t>
            </a:r>
            <a:r>
              <a:rPr lang="en-US" sz="2625" dirty="0" spc="1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2625" dirty="0" spc="-6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thay</a:t>
            </a:r>
            <a:r>
              <a:rPr lang="en-US" sz="2625" dirty="0" spc="12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đổi:</a:t>
            </a:r>
            <a:r>
              <a:rPr lang="en-US" sz="2625" dirty="0" spc="7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đây</a:t>
            </a:r>
            <a:r>
              <a:rPr lang="en-US" sz="2625" dirty="0" spc="-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625" dirty="0" spc="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r>
              <a:rPr lang="en-US" sz="2625" dirty="0" spc="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Jung</a:t>
            </a:r>
            <a:r>
              <a:rPr lang="en-US" sz="2625" dirty="0" spc="2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r>
              <a:rPr lang="en-US" sz="2625" dirty="0" spc="-4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viết,</a:t>
            </a:r>
            <a:r>
              <a:rPr lang="en-US" sz="2625" dirty="0" spc="3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hồi</a:t>
            </a:r>
            <a:r>
              <a:rPr lang="en-US" sz="2625" dirty="0" spc="7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tưởng</a:t>
            </a:r>
            <a:r>
              <a:rPr lang="en-US" sz="2625" dirty="0" spc="-16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625" dirty="0" spc="2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phỏng</a:t>
            </a:r>
            <a:r>
              <a:rPr lang="en-US" sz="2625" dirty="0" spc="-1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vấn</a:t>
            </a:r>
            <a:r>
              <a:rPr lang="en-US" sz="2625" dirty="0" spc="-7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hay</a:t>
            </a:r>
            <a:r>
              <a:rPr lang="en-US" sz="2625" dirty="0" spc="-8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625" dirty="0" spc="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cấu</a:t>
            </a:r>
            <a:r>
              <a:rPr lang="en-US" sz="2625" dirty="0" spc="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trúc</a:t>
            </a:r>
            <a:r>
              <a:rPr lang="en-US" sz="2625" dirty="0" spc="8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625" dirty="0" spc="2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biên</a:t>
            </a:r>
            <a:r>
              <a:rPr lang="en-US" sz="2625" dirty="0" spc="-9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tập?</a:t>
            </a:r>
            <a:r>
              <a:rPr lang="en-US" sz="2625" dirty="0" spc="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Câu</a:t>
            </a:r>
            <a:r>
              <a:rPr lang="en-US" sz="2625" dirty="0" spc="-24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2625" dirty="0" spc="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r>
              <a:rPr lang="en-US" sz="2625" dirty="0" spc="2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2625" dirty="0" spc="1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dựa</a:t>
            </a:r>
            <a:r>
              <a:rPr lang="en-US" sz="2625" dirty="0" spc="-19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2625" dirty="0" spc="3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hồ</a:t>
            </a:r>
            <a:r>
              <a:rPr lang="en-US" sz="2625" dirty="0" spc="-1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sơ</a:t>
            </a:r>
            <a:r>
              <a:rPr lang="en-US" sz="2625" dirty="0" spc="-9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xuất</a:t>
            </a:r>
            <a:r>
              <a:rPr lang="en-US" sz="2625" dirty="0" spc="-2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bản,</a:t>
            </a:r>
            <a:r>
              <a:rPr lang="en-US" sz="2625" dirty="0" spc="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625" dirty="0" spc="1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dựa</a:t>
            </a:r>
            <a:r>
              <a:rPr lang="en-US" sz="2625" dirty="0" spc="-13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vào</a:t>
            </a:r>
            <a:r>
              <a:rPr lang="en-US" sz="2625" dirty="0" spc="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bìa</a:t>
            </a:r>
            <a:r>
              <a:rPr lang="en-US" sz="2625" dirty="0" spc="-4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sách.</a:t>
            </a:r>
            <a:endParaRPr lang="en-US" sz="2625" dirty="0"/>
          </a:p>
        </p:txBody>
      </p:sp>
      <p:sp>
        <p:nvSpPr>
          <p:cNvPr id="9" name="Text 5"/>
          <p:cNvSpPr/>
          <p:nvPr/>
        </p:nvSpPr>
        <p:spPr>
          <a:xfrm>
            <a:off x="7905750" y="6477000"/>
            <a:ext cx="257175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b="1" dirty="0" kern="0">
                <a:solidFill>
                  <a:srgbClr val="493C89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Chất liệu</a:t>
            </a:r>
            <a:endParaRPr lang="en-US" sz="2250" dirty="0"/>
          </a:p>
        </p:txBody>
      </p:sp>
      <p:sp>
        <p:nvSpPr>
          <p:cNvPr id="10" name="Text 6"/>
          <p:cNvSpPr/>
          <p:nvPr/>
        </p:nvSpPr>
        <p:spPr>
          <a:xfrm>
            <a:off x="10763250" y="6477000"/>
            <a:ext cx="6477000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-78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Ký</a:t>
            </a:r>
            <a:r>
              <a:rPr lang="en-US" sz="2250" dirty="0" spc="1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ức,</a:t>
            </a:r>
            <a:r>
              <a:rPr lang="en-US" sz="2250" dirty="0" spc="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cuộc</a:t>
            </a:r>
            <a:r>
              <a:rPr lang="en-US" sz="2250" dirty="0" spc="-22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trò</a:t>
            </a:r>
            <a:r>
              <a:rPr lang="en-US" sz="2250" dirty="0" spc="-1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chuyện,</a:t>
            </a:r>
            <a:r>
              <a:rPr lang="en-US" sz="2250" dirty="0" spc="-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2250" dirty="0" spc="-5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viết.</a:t>
            </a:r>
            <a:endParaRPr lang="en-US" sz="2250" dirty="0"/>
          </a:p>
        </p:txBody>
      </p:sp>
      <p:sp>
        <p:nvSpPr>
          <p:cNvPr id="11" name="Text 7"/>
          <p:cNvSpPr/>
          <p:nvPr/>
        </p:nvSpPr>
        <p:spPr>
          <a:xfrm>
            <a:off x="7905750" y="7286625"/>
            <a:ext cx="257175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b="1" dirty="0" spc="-14" kern="0">
                <a:solidFill>
                  <a:srgbClr val="493C89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Trung</a:t>
            </a:r>
            <a:r>
              <a:rPr lang="en-US" sz="2250" b="1" dirty="0" spc="-2" kern="0">
                <a:solidFill>
                  <a:srgbClr val="493C89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gian</a:t>
            </a:r>
            <a:endParaRPr lang="en-US" sz="2250" dirty="0"/>
          </a:p>
        </p:txBody>
      </p:sp>
      <p:sp>
        <p:nvSpPr>
          <p:cNvPr id="12" name="Text 8"/>
          <p:cNvSpPr/>
          <p:nvPr/>
        </p:nvSpPr>
        <p:spPr>
          <a:xfrm>
            <a:off x="10763250" y="7286625"/>
            <a:ext cx="6477000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-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Thu</a:t>
            </a:r>
            <a:r>
              <a:rPr lang="en-US" sz="2250" dirty="0" spc="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thập</a:t>
            </a:r>
            <a:r>
              <a:rPr lang="en-US" sz="2250" dirty="0" spc="-17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250" dirty="0" spc="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biên</a:t>
            </a:r>
            <a:r>
              <a:rPr lang="en-US" sz="2250" dirty="0" spc="-7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tập.</a:t>
            </a:r>
            <a:endParaRPr lang="en-US" sz="2250" dirty="0"/>
          </a:p>
        </p:txBody>
      </p:sp>
      <p:sp>
        <p:nvSpPr>
          <p:cNvPr id="13" name="Text 9"/>
          <p:cNvSpPr/>
          <p:nvPr/>
        </p:nvSpPr>
        <p:spPr>
          <a:xfrm>
            <a:off x="7905750" y="8096250"/>
            <a:ext cx="257175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b="1" dirty="0" spc="-50" kern="0">
                <a:solidFill>
                  <a:srgbClr val="493C89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Văn</a:t>
            </a:r>
            <a:r>
              <a:rPr lang="en-US" sz="2250" b="1" dirty="0" spc="-1" kern="0">
                <a:solidFill>
                  <a:srgbClr val="493C89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bản</a:t>
            </a:r>
            <a:r>
              <a:rPr lang="en-US" sz="2250" b="1" dirty="0" spc="-2" kern="0">
                <a:solidFill>
                  <a:srgbClr val="493C89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xuất</a:t>
            </a:r>
            <a:r>
              <a:rPr lang="en-US" sz="2250" b="1" dirty="0" spc="-1" kern="0">
                <a:solidFill>
                  <a:srgbClr val="493C89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bản</a:t>
            </a:r>
            <a:endParaRPr lang="en-US" sz="2250" dirty="0"/>
          </a:p>
        </p:txBody>
      </p:sp>
      <p:sp>
        <p:nvSpPr>
          <p:cNvPr id="14" name="Text 10"/>
          <p:cNvSpPr/>
          <p:nvPr/>
        </p:nvSpPr>
        <p:spPr>
          <a:xfrm>
            <a:off x="10763250" y="8096250"/>
            <a:ext cx="6477000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-8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Một</a:t>
            </a:r>
            <a:r>
              <a:rPr lang="en-US" sz="2250" dirty="0" spc="2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cách</a:t>
            </a:r>
            <a:r>
              <a:rPr lang="en-US" sz="2250" dirty="0" spc="7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</a:t>
            </a:r>
            <a:r>
              <a:rPr lang="en-US" sz="2250" dirty="0" spc="-1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bày</a:t>
            </a:r>
            <a:r>
              <a:rPr lang="en-US" sz="2250" dirty="0" spc="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cuộc</a:t>
            </a:r>
            <a:r>
              <a:rPr lang="en-US" sz="2250" dirty="0" spc="1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đời.</a:t>
            </a:r>
            <a:endParaRPr lang="en-US" sz="2250" dirty="0"/>
          </a:p>
        </p:txBody>
      </p:sp>
      <p:sp>
        <p:nvSpPr>
          <p:cNvPr id="15" name="Text 11"/>
          <p:cNvSpPr/>
          <p:nvPr/>
        </p:nvSpPr>
        <p:spPr>
          <a:xfrm>
            <a:off x="762000" y="9525000"/>
            <a:ext cx="16383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25" dirty="0" spc="0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[S6] mô</a:t>
            </a:r>
            <a:r>
              <a:rPr lang="en-US" sz="1725" dirty="0" spc="-11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tả</a:t>
            </a:r>
            <a:r>
              <a:rPr lang="en-US" sz="1725" dirty="0" spc="-7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composition/protocols</a:t>
            </a:r>
            <a:endParaRPr lang="en-US" sz="1725" dirty="0"/>
          </a:p>
        </p:txBody>
      </p:sp>
      <p:sp>
        <p:nvSpPr>
          <p:cNvPr id="16" name="Text 12"/>
          <p:cNvSpPr/>
          <p:nvPr/>
        </p:nvSpPr>
        <p:spPr>
          <a:xfrm>
            <a:off x="762000" y="9953625"/>
            <a:ext cx="157162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2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J01</a:t>
            </a:r>
            <a:r>
              <a:rPr lang="en-US" sz="1650" dirty="0" spc="0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Visual edition</a:t>
            </a:r>
            <a:r>
              <a:rPr lang="en-US" sz="1650" dirty="0" spc="1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6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11/40</a:t>
            </a:r>
            <a:endParaRPr lang="en-US" sz="1650" dirty="0"/>
          </a:p>
        </p:txBody>
      </p:sp>
      <p:sp>
        <p:nvSpPr>
          <p:cNvPr id="17" name="Shape 13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8" name="Moda image moda-export-watermark-cdd8181c-bfc9-486a-9801-0886dea44a31" descr="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41F3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76250"/>
            <a:ext cx="153352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>
                <a:solidFill>
                  <a:srgbClr val="C8BDE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🕰️ B · GIAI ĐOẠN SAU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762000" y="1143000"/>
            <a:ext cx="16764000" cy="1476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500" b="1" dirty="0" spc="1" kern="0">
                <a:solidFill>
                  <a:srgbClr val="F5F0E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Sau chia</a:t>
            </a:r>
            <a:r>
              <a:rPr lang="en-US" sz="4500" b="1" dirty="0" spc="-3" kern="0">
                <a:solidFill>
                  <a:srgbClr val="F5F0E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tách:</a:t>
            </a:r>
            <a:r>
              <a:rPr lang="en-US" sz="4500" b="1" dirty="0" spc="2" kern="0">
                <a:solidFill>
                  <a:srgbClr val="F5F0E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không</a:t>
            </a:r>
            <a:r>
              <a:rPr lang="en-US" sz="4500" b="1" dirty="0" spc="1" kern="0">
                <a:solidFill>
                  <a:srgbClr val="F5F0E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chỉ</a:t>
            </a:r>
            <a:r>
              <a:rPr lang="en-US" sz="4500" b="1" dirty="0" spc="0" kern="0">
                <a:solidFill>
                  <a:srgbClr val="F5F0E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là</a:t>
            </a:r>
            <a:r>
              <a:rPr lang="en-US" sz="4500" b="1" dirty="0" spc="3" kern="0">
                <a:solidFill>
                  <a:srgbClr val="F5F0E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câu</a:t>
            </a:r>
            <a:r>
              <a:rPr lang="en-US" sz="4500" b="1" dirty="0" spc="2" kern="0">
                <a:solidFill>
                  <a:srgbClr val="F5F0E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chuyện</a:t>
            </a:r>
            <a:r>
              <a:rPr lang="en-US" sz="4500" b="1" dirty="0" spc="-45" kern="0">
                <a:solidFill>
                  <a:srgbClr val="F5F0E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về</a:t>
            </a:r>
            <a:r>
              <a:rPr lang="en-US" sz="4500" b="1" dirty="0" spc="-19" kern="0">
                <a:solidFill>
                  <a:srgbClr val="F5F0E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Freud</a:t>
            </a:r>
            <a:endParaRPr lang="en-US" sz="4500" dirty="0"/>
          </a:p>
        </p:txBody>
      </p:sp>
      <p:pic>
        <p:nvPicPr>
          <p:cNvPr id="4" name="Moda flattened rect-1792822538513-234882217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602075" y="409575"/>
            <a:ext cx="590550" cy="59055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62000" y="3857625"/>
            <a:ext cx="3905250" cy="1714500"/>
          </a:xfrm>
          <a:prstGeom prst="roundRect">
            <a:avLst>
              <a:gd name="adj" fmla="val 6667"/>
            </a:avLst>
          </a:prstGeom>
          <a:solidFill>
            <a:srgbClr val="493C89"/>
          </a:solidFill>
          <a:ln/>
        </p:spPr>
      </p:sp>
      <p:sp>
        <p:nvSpPr>
          <p:cNvPr id="6" name="Text 3"/>
          <p:cNvSpPr/>
          <p:nvPr/>
        </p:nvSpPr>
        <p:spPr>
          <a:xfrm>
            <a:off x="1047750" y="4191000"/>
            <a:ext cx="3286125" cy="1095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 spc="-3" kern="0">
                <a:solidFill>
                  <a:srgbClr val="F5F0E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Cần</a:t>
            </a:r>
            <a:r>
              <a:rPr lang="en-US" sz="3000" b="1" dirty="0" spc="0" kern="0">
                <a:solidFill>
                  <a:srgbClr val="F5F0E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phân</a:t>
            </a:r>
            <a:r>
              <a:rPr lang="en-US" sz="3000" b="1" dirty="0" spc="1" kern="0">
                <a:solidFill>
                  <a:srgbClr val="F5F0E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biệt</a:t>
            </a:r>
            <a:endParaRPr lang="en-US" sz="3000" dirty="0"/>
          </a:p>
          <a:p>
            <a:pPr algn="l" indent="0" marL="0">
              <a:buNone/>
            </a:pPr>
            <a:r>
              <a:rPr lang="en-US" sz="3000" b="1" dirty="0" spc="11" kern="0">
                <a:solidFill>
                  <a:srgbClr val="F5F0E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điều</a:t>
            </a:r>
            <a:r>
              <a:rPr lang="en-US" sz="3000" b="1" dirty="0" spc="-7" kern="0">
                <a:solidFill>
                  <a:srgbClr val="F5F0E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gì?</a:t>
            </a:r>
            <a:endParaRPr lang="en-US" sz="3000" dirty="0"/>
          </a:p>
        </p:txBody>
      </p:sp>
      <p:sp>
        <p:nvSpPr>
          <p:cNvPr id="7" name="Shape 4"/>
          <p:cNvSpPr/>
          <p:nvPr/>
        </p:nvSpPr>
        <p:spPr>
          <a:xfrm>
            <a:off x="6953250" y="2857500"/>
            <a:ext cx="10287000" cy="1047750"/>
          </a:xfrm>
          <a:prstGeom prst="roundRect">
            <a:avLst>
              <a:gd name="adj" fmla="val 10909"/>
            </a:avLst>
          </a:prstGeom>
          <a:solidFill>
            <a:srgbClr val="38304F"/>
          </a:solidFill>
          <a:ln/>
        </p:spPr>
      </p:sp>
      <p:sp>
        <p:nvSpPr>
          <p:cNvPr id="8" name="Text 5"/>
          <p:cNvSpPr/>
          <p:nvPr/>
        </p:nvSpPr>
        <p:spPr>
          <a:xfrm>
            <a:off x="7239000" y="3048000"/>
            <a:ext cx="295275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 spc="-31" kern="0">
                <a:solidFill>
                  <a:srgbClr val="C8BDEE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Trải</a:t>
            </a:r>
            <a:r>
              <a:rPr lang="en-US" sz="2400" b="1" dirty="0" spc="1" kern="0">
                <a:solidFill>
                  <a:srgbClr val="C8BDEE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nghiệm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10477500" y="3028950"/>
            <a:ext cx="6429375" cy="809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-124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Tư</a:t>
            </a:r>
            <a:r>
              <a:rPr lang="en-US" sz="2400" dirty="0" spc="-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40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nội</a:t>
            </a:r>
            <a:r>
              <a:rPr lang="en-US" sz="2400" dirty="0" spc="-9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tâm</a:t>
            </a:r>
            <a:r>
              <a:rPr lang="en-US" sz="2400" dirty="0" spc="7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40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</a:t>
            </a:r>
            <a:r>
              <a:rPr lang="en-US" sz="240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lại.</a:t>
            </a:r>
            <a:endParaRPr lang="en-US" sz="2400" dirty="0"/>
          </a:p>
        </p:txBody>
      </p:sp>
      <p:sp>
        <p:nvSpPr>
          <p:cNvPr id="10" name="Shape 7"/>
          <p:cNvSpPr/>
          <p:nvPr/>
        </p:nvSpPr>
        <p:spPr>
          <a:xfrm>
            <a:off x="6953250" y="4095750"/>
            <a:ext cx="10287000" cy="1047750"/>
          </a:xfrm>
          <a:prstGeom prst="roundRect">
            <a:avLst>
              <a:gd name="adj" fmla="val 10909"/>
            </a:avLst>
          </a:prstGeom>
          <a:solidFill>
            <a:srgbClr val="38304F"/>
          </a:solidFill>
          <a:ln/>
        </p:spPr>
      </p:sp>
      <p:sp>
        <p:nvSpPr>
          <p:cNvPr id="11" name="Text 8"/>
          <p:cNvSpPr/>
          <p:nvPr/>
        </p:nvSpPr>
        <p:spPr>
          <a:xfrm>
            <a:off x="7239000" y="4286250"/>
            <a:ext cx="295275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 spc="-1" kern="0">
                <a:solidFill>
                  <a:srgbClr val="C8BDEE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So</a:t>
            </a:r>
            <a:r>
              <a:rPr lang="en-US" sz="2400" b="1" dirty="0" spc="1" kern="0">
                <a:solidFill>
                  <a:srgbClr val="C8BDEE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sánh</a:t>
            </a:r>
            <a:endParaRPr lang="en-US" sz="2400" dirty="0"/>
          </a:p>
        </p:txBody>
      </p:sp>
      <p:sp>
        <p:nvSpPr>
          <p:cNvPr id="12" name="Text 9"/>
          <p:cNvSpPr/>
          <p:nvPr/>
        </p:nvSpPr>
        <p:spPr>
          <a:xfrm>
            <a:off x="10477500" y="4267200"/>
            <a:ext cx="6429375" cy="809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-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Biểu</a:t>
            </a:r>
            <a:r>
              <a:rPr lang="en-US" sz="2400" dirty="0" spc="7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tượng</a:t>
            </a:r>
            <a:r>
              <a:rPr lang="en-US" sz="2400" dirty="0" spc="-15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400" dirty="0" spc="-1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văn</a:t>
            </a:r>
            <a:r>
              <a:rPr lang="en-US" sz="2400" dirty="0" spc="-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hóa.</a:t>
            </a:r>
            <a:endParaRPr lang="en-US" sz="2400" dirty="0"/>
          </a:p>
        </p:txBody>
      </p:sp>
      <p:sp>
        <p:nvSpPr>
          <p:cNvPr id="13" name="Shape 10"/>
          <p:cNvSpPr/>
          <p:nvPr/>
        </p:nvSpPr>
        <p:spPr>
          <a:xfrm>
            <a:off x="6953250" y="5334000"/>
            <a:ext cx="10287000" cy="1047750"/>
          </a:xfrm>
          <a:prstGeom prst="roundRect">
            <a:avLst>
              <a:gd name="adj" fmla="val 10909"/>
            </a:avLst>
          </a:prstGeom>
          <a:solidFill>
            <a:srgbClr val="38304F"/>
          </a:solidFill>
          <a:ln/>
        </p:spPr>
      </p:sp>
      <p:sp>
        <p:nvSpPr>
          <p:cNvPr id="14" name="Text 11"/>
          <p:cNvSpPr/>
          <p:nvPr/>
        </p:nvSpPr>
        <p:spPr>
          <a:xfrm>
            <a:off x="7239000" y="5524500"/>
            <a:ext cx="295275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 spc="0" kern="0">
                <a:solidFill>
                  <a:srgbClr val="C8BDEE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Cần</a:t>
            </a:r>
            <a:r>
              <a:rPr lang="en-US" sz="2400" b="1" dirty="0" spc="1" kern="0">
                <a:solidFill>
                  <a:srgbClr val="C8BDEE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phân</a:t>
            </a:r>
            <a:r>
              <a:rPr lang="en-US" sz="2400" b="1" dirty="0" spc="-3" kern="0">
                <a:solidFill>
                  <a:srgbClr val="C8BDEE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loại</a:t>
            </a:r>
            <a:endParaRPr lang="en-US" sz="2400" dirty="0"/>
          </a:p>
        </p:txBody>
      </p:sp>
      <p:sp>
        <p:nvSpPr>
          <p:cNvPr id="15" name="Text 12"/>
          <p:cNvSpPr/>
          <p:nvPr/>
        </p:nvSpPr>
        <p:spPr>
          <a:xfrm>
            <a:off x="10477500" y="5505450"/>
            <a:ext cx="6429375" cy="809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</a:t>
            </a:r>
            <a:r>
              <a:rPr lang="en-US" sz="2400" dirty="0" spc="-14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gốc</a:t>
            </a:r>
            <a:r>
              <a:rPr lang="en-US" sz="240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ý</a:t>
            </a:r>
            <a:r>
              <a:rPr lang="en-US" sz="2400" dirty="0" spc="7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tưởng</a:t>
            </a:r>
            <a:r>
              <a:rPr lang="en-US" sz="240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</a:t>
            </a:r>
            <a:r>
              <a:rPr lang="en-US" sz="2400" dirty="0" spc="-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kiểm</a:t>
            </a:r>
            <a:r>
              <a:rPr lang="en-US" sz="2400" dirty="0" spc="15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chứng.</a:t>
            </a:r>
            <a:endParaRPr lang="en-US" sz="2400" dirty="0"/>
          </a:p>
        </p:txBody>
      </p:sp>
      <p:sp>
        <p:nvSpPr>
          <p:cNvPr id="16" name="Connector line-1792822538523-518445112"/>
          <p:cNvSpPr/>
          <p:nvPr/>
        </p:nvSpPr>
        <p:spPr>
          <a:xfrm>
            <a:off x="4667250" y="4714875"/>
            <a:ext cx="1238250" cy="0"/>
          </a:xfrm>
          <a:prstGeom prst="line">
            <a:avLst/>
          </a:prstGeom>
          <a:noFill/>
          <a:ln w="28575">
            <a:solidFill>
              <a:srgbClr val="C8BDEE"/>
            </a:solidFill>
            <a:prstDash val="solid"/>
            <a:headEnd type="none"/>
            <a:tailEnd type="none"/>
          </a:ln>
        </p:spPr>
      </p:sp>
      <p:sp>
        <p:nvSpPr>
          <p:cNvPr id="17" name="Connector line-1792822538523-581401706"/>
          <p:cNvSpPr/>
          <p:nvPr/>
        </p:nvSpPr>
        <p:spPr>
          <a:xfrm>
            <a:off x="5905500" y="3381375"/>
            <a:ext cx="0" cy="2476500"/>
          </a:xfrm>
          <a:prstGeom prst="line">
            <a:avLst/>
          </a:prstGeom>
          <a:noFill/>
          <a:ln w="28575">
            <a:solidFill>
              <a:srgbClr val="C8BDEE"/>
            </a:solidFill>
            <a:prstDash val="solid"/>
            <a:headEnd type="none"/>
            <a:tailEnd type="none"/>
          </a:ln>
        </p:spPr>
      </p:sp>
      <p:sp>
        <p:nvSpPr>
          <p:cNvPr id="18" name="Connector line-1792822538523-541232658"/>
          <p:cNvSpPr/>
          <p:nvPr/>
        </p:nvSpPr>
        <p:spPr>
          <a:xfrm>
            <a:off x="5905500" y="3381375"/>
            <a:ext cx="1047750" cy="0"/>
          </a:xfrm>
          <a:prstGeom prst="line">
            <a:avLst/>
          </a:prstGeom>
          <a:noFill/>
          <a:ln w="28575">
            <a:solidFill>
              <a:srgbClr val="C8BDEE"/>
            </a:solidFill>
            <a:prstDash val="solid"/>
            <a:headEnd type="none"/>
            <a:tailEnd type="triangle" w="lg" len="lg"/>
          </a:ln>
        </p:spPr>
      </p:sp>
      <p:sp>
        <p:nvSpPr>
          <p:cNvPr id="19" name="Connector line-1792822538523-380991279"/>
          <p:cNvSpPr/>
          <p:nvPr/>
        </p:nvSpPr>
        <p:spPr>
          <a:xfrm>
            <a:off x="5905500" y="4619625"/>
            <a:ext cx="1047750" cy="0"/>
          </a:xfrm>
          <a:prstGeom prst="line">
            <a:avLst/>
          </a:prstGeom>
          <a:noFill/>
          <a:ln w="28575">
            <a:solidFill>
              <a:srgbClr val="C8BDEE"/>
            </a:solidFill>
            <a:prstDash val="solid"/>
            <a:headEnd type="none"/>
            <a:tailEnd type="triangle" w="lg" len="lg"/>
          </a:ln>
        </p:spPr>
      </p:sp>
      <p:sp>
        <p:nvSpPr>
          <p:cNvPr id="20" name="Connector line-1792822538523-508649517"/>
          <p:cNvSpPr/>
          <p:nvPr/>
        </p:nvSpPr>
        <p:spPr>
          <a:xfrm>
            <a:off x="5905500" y="5857875"/>
            <a:ext cx="1047750" cy="0"/>
          </a:xfrm>
          <a:prstGeom prst="line">
            <a:avLst/>
          </a:prstGeom>
          <a:noFill/>
          <a:ln w="28575">
            <a:solidFill>
              <a:srgbClr val="C8BDEE"/>
            </a:solidFill>
            <a:prstDash val="solid"/>
            <a:headEnd type="none"/>
            <a:tailEnd type="triangle" w="lg" len="lg"/>
          </a:ln>
        </p:spPr>
      </p:sp>
      <p:sp>
        <p:nvSpPr>
          <p:cNvPr id="21" name="Text 18"/>
          <p:cNvSpPr/>
          <p:nvPr/>
        </p:nvSpPr>
        <p:spPr>
          <a:xfrm>
            <a:off x="857250" y="7048500"/>
            <a:ext cx="16383000" cy="209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4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Nếu</a:t>
            </a:r>
            <a:r>
              <a:rPr lang="en-US" sz="2550" dirty="0" spc="-5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550" dirty="0" spc="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tiểu</a:t>
            </a:r>
            <a:r>
              <a:rPr lang="en-US" sz="2550" dirty="0" spc="-4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sử</a:t>
            </a:r>
            <a:r>
              <a:rPr lang="en-US" sz="2550" dirty="0" spc="2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dừng</a:t>
            </a:r>
            <a:r>
              <a:rPr lang="en-US" sz="2550" dirty="0" spc="-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550" dirty="0" spc="-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cuộc chia</a:t>
            </a:r>
            <a:r>
              <a:rPr lang="en-US" sz="2550" dirty="0" spc="-18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tay,</a:t>
            </a:r>
            <a:r>
              <a:rPr lang="en-US" sz="2550" dirty="0" spc="16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những</a:t>
            </a:r>
            <a:r>
              <a:rPr lang="en-US" sz="255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công</a:t>
            </a:r>
            <a:r>
              <a:rPr lang="en-US" sz="2550" dirty="0" spc="-4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</a:t>
            </a:r>
            <a:r>
              <a:rPr lang="en-US" sz="2550" dirty="0" spc="-18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về</a:t>
            </a:r>
            <a:r>
              <a:rPr lang="en-US" sz="2550" dirty="0" spc="-6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sau</a:t>
            </a:r>
            <a:r>
              <a:rPr lang="en-US" sz="2550" dirty="0" spc="-1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sẽ</a:t>
            </a:r>
            <a:r>
              <a:rPr lang="en-US" sz="255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bị</a:t>
            </a:r>
            <a:r>
              <a:rPr lang="en-US" sz="255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nhìn</a:t>
            </a:r>
            <a:r>
              <a:rPr lang="en-US" sz="2550" dirty="0" spc="-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như</a:t>
            </a:r>
            <a:r>
              <a:rPr lang="en-US" sz="255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phản</a:t>
            </a:r>
            <a:r>
              <a:rPr lang="en-US" sz="2550" dirty="0" spc="24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ứng</a:t>
            </a:r>
            <a:r>
              <a:rPr lang="en-US" sz="2550" dirty="0" spc="-3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kéo</a:t>
            </a:r>
            <a:r>
              <a:rPr lang="en-US" sz="255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dài</a:t>
            </a:r>
            <a:r>
              <a:rPr lang="en-US" sz="2550" dirty="0" spc="-15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2550" dirty="0" spc="5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550" dirty="0" spc="-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cũ.</a:t>
            </a:r>
            <a:r>
              <a:rPr lang="en-US" sz="255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Cách</a:t>
            </a:r>
            <a:r>
              <a:rPr lang="en-US" sz="2550" dirty="0" spc="9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2550" dirty="0" spc="-17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tốt</a:t>
            </a:r>
            <a:r>
              <a:rPr lang="en-US" sz="2550" dirty="0" spc="-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</a:t>
            </a:r>
            <a:r>
              <a:rPr lang="en-US" sz="255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 khảo</a:t>
            </a:r>
            <a:r>
              <a:rPr lang="en-US" sz="2550" dirty="0" spc="-19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sát</a:t>
            </a:r>
            <a:r>
              <a:rPr lang="en-US" sz="255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</a:t>
            </a:r>
            <a:r>
              <a:rPr lang="en-US" sz="2550" dirty="0" spc="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câu</a:t>
            </a:r>
            <a:r>
              <a:rPr lang="en-US" sz="2550" dirty="0" spc="-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hỏi,</a:t>
            </a:r>
            <a:r>
              <a:rPr lang="en-US" sz="2550" dirty="0" spc="-14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văn</a:t>
            </a:r>
            <a:r>
              <a:rPr lang="en-US" sz="2550" dirty="0" spc="-3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2550" dirty="0" spc="-19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dirty="0" spc="-4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bối</a:t>
            </a:r>
            <a:r>
              <a:rPr lang="en-US" sz="255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cảnh</a:t>
            </a:r>
            <a:r>
              <a:rPr lang="en-US" sz="255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mới. Jung tiếp</a:t>
            </a:r>
            <a:r>
              <a:rPr lang="en-US" sz="2550" dirty="0" spc="-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tục</a:t>
            </a:r>
            <a:r>
              <a:rPr lang="en-US" sz="255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r>
              <a:rPr lang="en-US" sz="2550" dirty="0" spc="-4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</a:t>
            </a:r>
            <a:r>
              <a:rPr lang="en-US" sz="2550" dirty="0" spc="-14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255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2550" dirty="0" spc="-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ảnh nội</a:t>
            </a:r>
            <a:r>
              <a:rPr lang="en-US" sz="2550" dirty="0" spc="-1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tâm</a:t>
            </a:r>
            <a:r>
              <a:rPr lang="en-US" sz="2550" dirty="0" spc="-18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dirty="0" spc="-1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so</a:t>
            </a:r>
            <a:r>
              <a:rPr lang="en-US" sz="2550" dirty="0" spc="-6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sánh</a:t>
            </a:r>
            <a:r>
              <a:rPr lang="en-US" sz="255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biểu</a:t>
            </a:r>
            <a:r>
              <a:rPr lang="en-US" sz="2550" dirty="0" spc="6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tượng.</a:t>
            </a:r>
            <a:r>
              <a:rPr lang="en-US" sz="2550" dirty="0" spc="-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Mỗi</a:t>
            </a:r>
            <a:r>
              <a:rPr lang="en-US" sz="2550" dirty="0" spc="-3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loại</a:t>
            </a:r>
            <a:r>
              <a:rPr lang="en-US" sz="2550" dirty="0" spc="-9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chất</a:t>
            </a:r>
            <a:r>
              <a:rPr lang="en-US" sz="255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55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r>
              <a:rPr lang="en-US" sz="255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2550" dirty="0" spc="6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550" dirty="0" spc="1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đánh</a:t>
            </a:r>
            <a:r>
              <a:rPr lang="en-US" sz="255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giá</a:t>
            </a:r>
            <a:r>
              <a:rPr lang="en-US" sz="2550" dirty="0" spc="8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riêng:</a:t>
            </a:r>
            <a:r>
              <a:rPr lang="en-US" sz="2550" dirty="0" spc="-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r>
              <a:rPr lang="en-US" sz="2550" dirty="0" spc="-6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thuật</a:t>
            </a:r>
            <a:r>
              <a:rPr lang="en-US" sz="2550" dirty="0" spc="-19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về trải</a:t>
            </a:r>
            <a:r>
              <a:rPr lang="en-US" sz="255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nghiệm không phải phép</a:t>
            </a:r>
            <a:r>
              <a:rPr lang="en-US" sz="255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kiểm có</a:t>
            </a:r>
            <a:r>
              <a:rPr lang="en-US" sz="2550" dirty="0" spc="1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</a:t>
            </a:r>
            <a:r>
              <a:rPr lang="en-US" sz="2550" dirty="0" spc="16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chứng</a:t>
            </a:r>
            <a:r>
              <a:rPr lang="en-US" sz="255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550" dirty="0" spc="-5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550" dirty="0" spc="-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cơ</a:t>
            </a:r>
            <a:r>
              <a:rPr lang="en-US" sz="255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chế chung.</a:t>
            </a:r>
            <a:endParaRPr lang="en-US" sz="2550" dirty="0"/>
          </a:p>
        </p:txBody>
      </p:sp>
      <p:sp>
        <p:nvSpPr>
          <p:cNvPr id="22" name="Text 19"/>
          <p:cNvSpPr/>
          <p:nvPr/>
        </p:nvSpPr>
        <p:spPr>
          <a:xfrm>
            <a:off x="762000" y="9525000"/>
            <a:ext cx="16383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25" dirty="0" spc="0" kern="0">
                <a:solidFill>
                  <a:srgbClr val="C8BDE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[S2] giai</a:t>
            </a:r>
            <a:r>
              <a:rPr lang="en-US" sz="1725" dirty="0" spc="5" kern="0">
                <a:solidFill>
                  <a:srgbClr val="C8BDE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đoạn</a:t>
            </a:r>
            <a:r>
              <a:rPr lang="en-US" sz="1725" dirty="0" spc="-6" kern="0">
                <a:solidFill>
                  <a:srgbClr val="C8BDE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sau</a:t>
            </a:r>
            <a:r>
              <a:rPr lang="en-US" sz="1725" dirty="0" spc="0" kern="0">
                <a:solidFill>
                  <a:srgbClr val="C8BDE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1913 · [S9]</a:t>
            </a:r>
            <a:r>
              <a:rPr lang="en-US" sz="1725" dirty="0" spc="-1" kern="0">
                <a:solidFill>
                  <a:srgbClr val="C8BDE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mở</a:t>
            </a:r>
            <a:r>
              <a:rPr lang="en-US" sz="1725" dirty="0" spc="10" kern="0">
                <a:solidFill>
                  <a:srgbClr val="C8BDE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đầu</a:t>
            </a:r>
            <a:endParaRPr lang="en-US" sz="1725" dirty="0"/>
          </a:p>
        </p:txBody>
      </p:sp>
      <p:sp>
        <p:nvSpPr>
          <p:cNvPr id="23" name="Text 20"/>
          <p:cNvSpPr/>
          <p:nvPr/>
        </p:nvSpPr>
        <p:spPr>
          <a:xfrm>
            <a:off x="762000" y="9953625"/>
            <a:ext cx="157162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2" kern="0">
                <a:solidFill>
                  <a:srgbClr val="C8BDE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J01</a:t>
            </a:r>
            <a:r>
              <a:rPr lang="en-US" sz="1650" dirty="0" spc="0" kern="0">
                <a:solidFill>
                  <a:srgbClr val="C8BDE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" kern="0">
                <a:solidFill>
                  <a:srgbClr val="C8BDE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Visual edition</a:t>
            </a:r>
            <a:r>
              <a:rPr lang="en-US" sz="1650" dirty="0" spc="1" kern="0">
                <a:solidFill>
                  <a:srgbClr val="C8BDE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6" kern="0">
                <a:solidFill>
                  <a:srgbClr val="C8BDE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12/40</a:t>
            </a:r>
            <a:endParaRPr lang="en-US" sz="1650" dirty="0"/>
          </a:p>
        </p:txBody>
      </p:sp>
      <p:sp>
        <p:nvSpPr>
          <p:cNvPr id="24" name="Shape 2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5" name="Moda image moda-export-watermark-9d941500-67dc-437a-8c17-e9aae0754330" descr="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76250"/>
            <a:ext cx="153352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🕰️ B · KHÔNG VIẾT LỊCH SỬ MỘT NGƯỜI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762000" y="1143000"/>
            <a:ext cx="16764000" cy="1476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500" b="1" dirty="0" spc="-2" kern="0">
                <a:solidFill>
                  <a:srgbClr val="20242A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Lịch</a:t>
            </a:r>
            <a:r>
              <a:rPr lang="en-US" sz="4500" b="1" dirty="0" spc="0" kern="0">
                <a:solidFill>
                  <a:srgbClr val="20242A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sử</a:t>
            </a:r>
            <a:r>
              <a:rPr lang="en-US" sz="4500" b="1" dirty="0" spc="1" kern="0">
                <a:solidFill>
                  <a:srgbClr val="20242A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còn</a:t>
            </a:r>
            <a:r>
              <a:rPr lang="en-US" sz="4500" b="1" dirty="0" spc="2" kern="0">
                <a:solidFill>
                  <a:srgbClr val="20242A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có cộng</a:t>
            </a:r>
            <a:r>
              <a:rPr lang="en-US" sz="4500" b="1" dirty="0" spc="0" kern="0">
                <a:solidFill>
                  <a:srgbClr val="20242A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sự</a:t>
            </a:r>
            <a:r>
              <a:rPr lang="en-US" sz="4500" b="1" dirty="0" spc="-48" kern="0">
                <a:solidFill>
                  <a:srgbClr val="20242A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và</a:t>
            </a:r>
            <a:r>
              <a:rPr lang="en-US" sz="4500" b="1" dirty="0" spc="2" kern="0">
                <a:solidFill>
                  <a:srgbClr val="20242A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nguồn</a:t>
            </a:r>
            <a:r>
              <a:rPr lang="en-US" sz="4500" b="1" dirty="0" spc="-37" kern="0">
                <a:solidFill>
                  <a:srgbClr val="20242A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lực</a:t>
            </a:r>
            <a:endParaRPr lang="en-US" sz="4500" dirty="0"/>
          </a:p>
        </p:txBody>
      </p:sp>
      <p:pic>
        <p:nvPicPr>
          <p:cNvPr id="4" name="Moda flattened rect-1792822541308-649072879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602075" y="409575"/>
            <a:ext cx="590550" cy="59055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62000" y="3857625"/>
            <a:ext cx="3905250" cy="1714500"/>
          </a:xfrm>
          <a:prstGeom prst="roundRect">
            <a:avLst>
              <a:gd name="adj" fmla="val 6667"/>
            </a:avLst>
          </a:prstGeom>
          <a:solidFill>
            <a:srgbClr val="493C89"/>
          </a:solidFill>
          <a:ln/>
        </p:spPr>
      </p:sp>
      <p:sp>
        <p:nvSpPr>
          <p:cNvPr id="6" name="Text 3"/>
          <p:cNvSpPr/>
          <p:nvPr/>
        </p:nvSpPr>
        <p:spPr>
          <a:xfrm>
            <a:off x="1047750" y="4191000"/>
            <a:ext cx="3286125" cy="1095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 spc="-3" kern="0">
                <a:solidFill>
                  <a:srgbClr val="F5F0E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Cần</a:t>
            </a:r>
            <a:r>
              <a:rPr lang="en-US" sz="3000" b="1" dirty="0" spc="0" kern="0">
                <a:solidFill>
                  <a:srgbClr val="F5F0E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phân</a:t>
            </a:r>
            <a:r>
              <a:rPr lang="en-US" sz="3000" b="1" dirty="0" spc="1" kern="0">
                <a:solidFill>
                  <a:srgbClr val="F5F0E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biệt</a:t>
            </a:r>
            <a:endParaRPr lang="en-US" sz="3000" dirty="0"/>
          </a:p>
          <a:p>
            <a:pPr algn="l" indent="0" marL="0">
              <a:buNone/>
            </a:pPr>
            <a:r>
              <a:rPr lang="en-US" sz="3000" b="1" dirty="0" spc="11" kern="0">
                <a:solidFill>
                  <a:srgbClr val="F5F0E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điều</a:t>
            </a:r>
            <a:r>
              <a:rPr lang="en-US" sz="3000" b="1" dirty="0" spc="-7" kern="0">
                <a:solidFill>
                  <a:srgbClr val="F5F0E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gì?</a:t>
            </a:r>
            <a:endParaRPr lang="en-US" sz="3000" dirty="0"/>
          </a:p>
        </p:txBody>
      </p:sp>
      <p:sp>
        <p:nvSpPr>
          <p:cNvPr id="7" name="Shape 4"/>
          <p:cNvSpPr/>
          <p:nvPr/>
        </p:nvSpPr>
        <p:spPr>
          <a:xfrm>
            <a:off x="6953250" y="2857500"/>
            <a:ext cx="10287000" cy="1047750"/>
          </a:xfrm>
          <a:prstGeom prst="roundRect">
            <a:avLst>
              <a:gd name="adj" fmla="val 10909"/>
            </a:avLst>
          </a:prstGeom>
          <a:solidFill>
            <a:srgbClr val="EDE8F5"/>
          </a:solidFill>
          <a:ln/>
        </p:spPr>
      </p:sp>
      <p:sp>
        <p:nvSpPr>
          <p:cNvPr id="8" name="Text 5"/>
          <p:cNvSpPr/>
          <p:nvPr/>
        </p:nvSpPr>
        <p:spPr>
          <a:xfrm>
            <a:off x="7239000" y="3048000"/>
            <a:ext cx="295275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 spc="-61" kern="0">
                <a:solidFill>
                  <a:srgbClr val="493C89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Tác</a:t>
            </a:r>
            <a:r>
              <a:rPr lang="en-US" sz="2400" b="1" dirty="0" spc="-1" kern="0">
                <a:solidFill>
                  <a:srgbClr val="493C89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giả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10477500" y="3028950"/>
            <a:ext cx="6429375" cy="809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2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2400" dirty="0" spc="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r>
              <a:rPr lang="en-US" sz="2400" dirty="0" spc="14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đơn</a:t>
            </a:r>
            <a:r>
              <a:rPr lang="en-US" sz="2400" dirty="0" spc="-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vị</a:t>
            </a:r>
            <a:r>
              <a:rPr lang="en-US" sz="2400" dirty="0" spc="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cô</a:t>
            </a:r>
            <a:r>
              <a:rPr lang="en-US" sz="2400" dirty="0" spc="2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lập.</a:t>
            </a:r>
            <a:endParaRPr lang="en-US" sz="2400" dirty="0"/>
          </a:p>
        </p:txBody>
      </p:sp>
      <p:sp>
        <p:nvSpPr>
          <p:cNvPr id="10" name="Shape 7"/>
          <p:cNvSpPr/>
          <p:nvPr/>
        </p:nvSpPr>
        <p:spPr>
          <a:xfrm>
            <a:off x="6953250" y="4095750"/>
            <a:ext cx="10287000" cy="1047750"/>
          </a:xfrm>
          <a:prstGeom prst="roundRect">
            <a:avLst>
              <a:gd name="adj" fmla="val 10909"/>
            </a:avLst>
          </a:prstGeom>
          <a:solidFill>
            <a:srgbClr val="EDE8F5"/>
          </a:solidFill>
          <a:ln/>
        </p:spPr>
      </p:sp>
      <p:sp>
        <p:nvSpPr>
          <p:cNvPr id="11" name="Text 8"/>
          <p:cNvSpPr/>
          <p:nvPr/>
        </p:nvSpPr>
        <p:spPr>
          <a:xfrm>
            <a:off x="7239000" y="4286250"/>
            <a:ext cx="295275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 spc="1" kern="0">
                <a:solidFill>
                  <a:srgbClr val="493C89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Cộng</a:t>
            </a:r>
            <a:r>
              <a:rPr lang="en-US" sz="2400" b="1" dirty="0" spc="-3" kern="0">
                <a:solidFill>
                  <a:srgbClr val="493C89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sự</a:t>
            </a:r>
            <a:endParaRPr lang="en-US" sz="2400" dirty="0"/>
          </a:p>
        </p:txBody>
      </p:sp>
      <p:sp>
        <p:nvSpPr>
          <p:cNvPr id="12" name="Text 9"/>
          <p:cNvSpPr/>
          <p:nvPr/>
        </p:nvSpPr>
        <p:spPr>
          <a:xfrm>
            <a:off x="10477500" y="4267200"/>
            <a:ext cx="6429375" cy="809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Có</a:t>
            </a:r>
            <a:r>
              <a:rPr lang="en-US" sz="2400" dirty="0" spc="12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đóng</a:t>
            </a:r>
            <a:r>
              <a:rPr lang="en-US" sz="2400" dirty="0" spc="-9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góp</a:t>
            </a:r>
            <a:r>
              <a:rPr lang="en-US" sz="2400" dirty="0" spc="-16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400" dirty="0" spc="2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công</a:t>
            </a:r>
            <a:r>
              <a:rPr lang="en-US" sz="2400" dirty="0" spc="-5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</a:t>
            </a:r>
            <a:r>
              <a:rPr lang="en-US" sz="2400" dirty="0" spc="7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riêng.</a:t>
            </a:r>
            <a:endParaRPr lang="en-US" sz="2400" dirty="0"/>
          </a:p>
        </p:txBody>
      </p:sp>
      <p:sp>
        <p:nvSpPr>
          <p:cNvPr id="13" name="Shape 10"/>
          <p:cNvSpPr/>
          <p:nvPr/>
        </p:nvSpPr>
        <p:spPr>
          <a:xfrm>
            <a:off x="6953250" y="5334000"/>
            <a:ext cx="10287000" cy="1047750"/>
          </a:xfrm>
          <a:prstGeom prst="roundRect">
            <a:avLst>
              <a:gd name="adj" fmla="val 10909"/>
            </a:avLst>
          </a:prstGeom>
          <a:solidFill>
            <a:srgbClr val="EDE8F5"/>
          </a:solidFill>
          <a:ln/>
        </p:spPr>
      </p:sp>
      <p:sp>
        <p:nvSpPr>
          <p:cNvPr id="14" name="Text 11"/>
          <p:cNvSpPr/>
          <p:nvPr/>
        </p:nvSpPr>
        <p:spPr>
          <a:xfrm>
            <a:off x="7239000" y="5524500"/>
            <a:ext cx="295275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 spc="3" kern="0">
                <a:solidFill>
                  <a:srgbClr val="493C89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Nguồn</a:t>
            </a:r>
            <a:r>
              <a:rPr lang="en-US" sz="2400" b="1" dirty="0" spc="-25" kern="0">
                <a:solidFill>
                  <a:srgbClr val="493C89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lực</a:t>
            </a:r>
            <a:endParaRPr lang="en-US" sz="2400" dirty="0"/>
          </a:p>
        </p:txBody>
      </p:sp>
      <p:sp>
        <p:nvSpPr>
          <p:cNvPr id="15" name="Text 12"/>
          <p:cNvSpPr/>
          <p:nvPr/>
        </p:nvSpPr>
        <p:spPr>
          <a:xfrm>
            <a:off x="10477500" y="5505450"/>
            <a:ext cx="6429375" cy="809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-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Điều</a:t>
            </a:r>
            <a:r>
              <a:rPr lang="en-US" sz="2400" dirty="0" spc="-2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kiện</a:t>
            </a:r>
            <a:r>
              <a:rPr lang="en-US" sz="2400" dirty="0" spc="17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2400" dirty="0" spc="3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r>
              <a:rPr lang="en-US" sz="2400" dirty="0" spc="-4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việc.</a:t>
            </a:r>
            <a:endParaRPr lang="en-US" sz="2400" dirty="0"/>
          </a:p>
        </p:txBody>
      </p:sp>
      <p:sp>
        <p:nvSpPr>
          <p:cNvPr id="16" name="Connector line-1792822541318-388304976"/>
          <p:cNvSpPr/>
          <p:nvPr/>
        </p:nvSpPr>
        <p:spPr>
          <a:xfrm>
            <a:off x="4667250" y="4714875"/>
            <a:ext cx="1238250" cy="0"/>
          </a:xfrm>
          <a:prstGeom prst="line">
            <a:avLst/>
          </a:prstGeom>
          <a:noFill/>
          <a:ln w="28575">
            <a:solidFill>
              <a:srgbClr val="493C89"/>
            </a:solidFill>
            <a:prstDash val="solid"/>
            <a:headEnd type="none"/>
            <a:tailEnd type="none"/>
          </a:ln>
        </p:spPr>
      </p:sp>
      <p:sp>
        <p:nvSpPr>
          <p:cNvPr id="17" name="Connector line-1792822541318-498711746"/>
          <p:cNvSpPr/>
          <p:nvPr/>
        </p:nvSpPr>
        <p:spPr>
          <a:xfrm>
            <a:off x="5905500" y="3381375"/>
            <a:ext cx="0" cy="2476500"/>
          </a:xfrm>
          <a:prstGeom prst="line">
            <a:avLst/>
          </a:prstGeom>
          <a:noFill/>
          <a:ln w="28575">
            <a:solidFill>
              <a:srgbClr val="493C89"/>
            </a:solidFill>
            <a:prstDash val="solid"/>
            <a:headEnd type="none"/>
            <a:tailEnd type="none"/>
          </a:ln>
        </p:spPr>
      </p:sp>
      <p:sp>
        <p:nvSpPr>
          <p:cNvPr id="18" name="Connector line-1792822541318-323477185"/>
          <p:cNvSpPr/>
          <p:nvPr/>
        </p:nvSpPr>
        <p:spPr>
          <a:xfrm>
            <a:off x="5905500" y="3381375"/>
            <a:ext cx="1047750" cy="0"/>
          </a:xfrm>
          <a:prstGeom prst="line">
            <a:avLst/>
          </a:prstGeom>
          <a:noFill/>
          <a:ln w="28575">
            <a:solidFill>
              <a:srgbClr val="493C89"/>
            </a:solidFill>
            <a:prstDash val="solid"/>
            <a:headEnd type="none"/>
            <a:tailEnd type="triangle" w="lg" len="lg"/>
          </a:ln>
        </p:spPr>
      </p:sp>
      <p:sp>
        <p:nvSpPr>
          <p:cNvPr id="19" name="Connector line-1792822541318-628876752"/>
          <p:cNvSpPr/>
          <p:nvPr/>
        </p:nvSpPr>
        <p:spPr>
          <a:xfrm>
            <a:off x="5905500" y="4619625"/>
            <a:ext cx="1047750" cy="0"/>
          </a:xfrm>
          <a:prstGeom prst="line">
            <a:avLst/>
          </a:prstGeom>
          <a:noFill/>
          <a:ln w="28575">
            <a:solidFill>
              <a:srgbClr val="493C89"/>
            </a:solidFill>
            <a:prstDash val="solid"/>
            <a:headEnd type="none"/>
            <a:tailEnd type="triangle" w="lg" len="lg"/>
          </a:ln>
        </p:spPr>
      </p:sp>
      <p:sp>
        <p:nvSpPr>
          <p:cNvPr id="20" name="Connector line-1792822541318-562749669"/>
          <p:cNvSpPr/>
          <p:nvPr/>
        </p:nvSpPr>
        <p:spPr>
          <a:xfrm>
            <a:off x="5905500" y="5857875"/>
            <a:ext cx="1047750" cy="0"/>
          </a:xfrm>
          <a:prstGeom prst="line">
            <a:avLst/>
          </a:prstGeom>
          <a:noFill/>
          <a:ln w="28575">
            <a:solidFill>
              <a:srgbClr val="493C89"/>
            </a:solidFill>
            <a:prstDash val="solid"/>
            <a:headEnd type="none"/>
            <a:tailEnd type="triangle" w="lg" len="lg"/>
          </a:ln>
        </p:spPr>
      </p:sp>
      <p:sp>
        <p:nvSpPr>
          <p:cNvPr id="21" name="Text 18"/>
          <p:cNvSpPr/>
          <p:nvPr/>
        </p:nvSpPr>
        <p:spPr>
          <a:xfrm>
            <a:off x="857250" y="7048500"/>
            <a:ext cx="16383000" cy="209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7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Một</a:t>
            </a:r>
            <a:r>
              <a:rPr lang="en-US" sz="2550" dirty="0" spc="5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trường</a:t>
            </a:r>
            <a:r>
              <a:rPr lang="en-US" sz="2550" dirty="0" spc="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phái hình thành</a:t>
            </a:r>
            <a:r>
              <a:rPr lang="en-US" sz="2550" dirty="0" spc="-16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550" dirty="0" spc="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quan</a:t>
            </a:r>
            <a:r>
              <a:rPr lang="en-US" sz="2550" dirty="0" spc="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hệ</a:t>
            </a:r>
            <a:r>
              <a:rPr lang="en-US" sz="2550" dirty="0" spc="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</a:t>
            </a:r>
            <a:r>
              <a:rPr lang="en-US" sz="2550" dirty="0" spc="8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đình,</a:t>
            </a:r>
            <a:r>
              <a:rPr lang="en-US" sz="2550" dirty="0" spc="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công</a:t>
            </a:r>
            <a:r>
              <a:rPr lang="en-US" sz="2550" dirty="0" spc="-3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việc,</a:t>
            </a:r>
            <a:r>
              <a:rPr lang="en-US" sz="2550" dirty="0" spc="-2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trao</a:t>
            </a:r>
            <a:r>
              <a:rPr lang="en-US" sz="2550" dirty="0" spc="12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</a:t>
            </a:r>
            <a:r>
              <a:rPr lang="en-US" sz="2550" dirty="0" spc="-19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dirty="0" spc="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2550" dirty="0" spc="7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lực.</a:t>
            </a:r>
            <a:r>
              <a:rPr lang="en-US" sz="2550" dirty="0" spc="44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Vì</a:t>
            </a:r>
            <a:r>
              <a:rPr lang="en-US" sz="2550" dirty="0" spc="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thế,</a:t>
            </a:r>
            <a:r>
              <a:rPr lang="en-US" sz="2550" dirty="0" spc="3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câu</a:t>
            </a:r>
            <a:r>
              <a:rPr lang="en-US" sz="2550" dirty="0" spc="-12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chuyện</a:t>
            </a:r>
            <a:r>
              <a:rPr lang="en-US" sz="2550" dirty="0" spc="5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550" dirty="0" spc="-6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sáng</a:t>
            </a:r>
            <a:r>
              <a:rPr lang="en-US" sz="2550" dirty="0" spc="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lập</a:t>
            </a:r>
            <a:r>
              <a:rPr lang="en-US" sz="2550" dirty="0" spc="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 nên che</a:t>
            </a:r>
            <a:r>
              <a:rPr lang="en-US" sz="2550" dirty="0" spc="-1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mất</a:t>
            </a:r>
            <a:r>
              <a:rPr lang="en-US" sz="2550" dirty="0" spc="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cộng</a:t>
            </a:r>
            <a:r>
              <a:rPr lang="en-US" sz="2550" dirty="0" spc="-3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sự</a:t>
            </a:r>
            <a:r>
              <a:rPr lang="en-US" sz="2550" dirty="0" spc="-2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hoặc</a:t>
            </a:r>
            <a:r>
              <a:rPr lang="en-US" sz="2550" dirty="0" spc="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công</a:t>
            </a:r>
            <a:r>
              <a:rPr lang="en-US" sz="2550" dirty="0" spc="9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 riêng</a:t>
            </a:r>
            <a:r>
              <a:rPr lang="en-US" sz="2550" dirty="0" spc="-2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550" dirty="0" spc="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họ.</a:t>
            </a:r>
            <a:r>
              <a:rPr lang="en-US" sz="2550" dirty="0" spc="-3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</a:t>
            </a:r>
            <a:r>
              <a:rPr lang="en-US" sz="2550" dirty="0" spc="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nhắc</a:t>
            </a:r>
            <a:r>
              <a:rPr lang="en-US" sz="2550" dirty="0" spc="2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Emma</a:t>
            </a:r>
            <a:r>
              <a:rPr lang="en-US" sz="2550" dirty="0" spc="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Jung</a:t>
            </a:r>
            <a:r>
              <a:rPr lang="en-US" sz="2550" dirty="0" spc="-3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như</a:t>
            </a:r>
            <a:r>
              <a:rPr lang="en-US" sz="2550" dirty="0" spc="-5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550" dirty="0" spc="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nhà phân</a:t>
            </a:r>
            <a:r>
              <a:rPr lang="en-US" sz="2550" dirty="0" spc="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tích có</a:t>
            </a:r>
            <a:r>
              <a:rPr lang="en-US" sz="2550" dirty="0" spc="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công</a:t>
            </a:r>
            <a:r>
              <a:rPr lang="en-US" sz="2550" dirty="0" spc="-4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</a:t>
            </a:r>
            <a:r>
              <a:rPr lang="en-US" sz="2550" dirty="0" spc="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nghiên</a:t>
            </a:r>
            <a:r>
              <a:rPr lang="en-US" sz="2550" dirty="0" spc="19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cứu</a:t>
            </a:r>
            <a:r>
              <a:rPr lang="en-US" sz="2550" dirty="0" spc="9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riêng</a:t>
            </a:r>
            <a:r>
              <a:rPr lang="en-US" sz="2550" dirty="0" spc="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mở</a:t>
            </a:r>
            <a:r>
              <a:rPr lang="en-US" sz="2550" dirty="0" spc="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thêm</a:t>
            </a:r>
            <a:r>
              <a:rPr lang="en-US" sz="2550" dirty="0" spc="2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câu</a:t>
            </a:r>
            <a:r>
              <a:rPr lang="en-US" sz="2550" dirty="0" spc="-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</a:t>
            </a:r>
            <a:r>
              <a:rPr lang="en-US" sz="2550" dirty="0" spc="-18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về</a:t>
            </a:r>
            <a:r>
              <a:rPr lang="en-US" sz="2550" dirty="0" spc="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mạng</a:t>
            </a:r>
            <a:r>
              <a:rPr lang="en-US" sz="2550" dirty="0" spc="6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lưới</a:t>
            </a:r>
            <a:r>
              <a:rPr lang="en-US" sz="2550" dirty="0" spc="13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tri</a:t>
            </a:r>
            <a:r>
              <a:rPr lang="en-US" sz="2550" dirty="0" spc="7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thức.</a:t>
            </a:r>
            <a:r>
              <a:rPr lang="en-US" sz="2550" dirty="0" spc="-1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Đây</a:t>
            </a:r>
            <a:r>
              <a:rPr lang="en-US" sz="2550" dirty="0" spc="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 phải</a:t>
            </a:r>
            <a:r>
              <a:rPr lang="en-US" sz="2550" dirty="0" spc="-3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</a:t>
            </a:r>
            <a:r>
              <a:rPr lang="en-US" sz="2550" dirty="0" spc="-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2550" dirty="0" spc="-3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hoàn</a:t>
            </a:r>
            <a:r>
              <a:rPr lang="en-US" sz="2550" dirty="0" spc="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cảnh gia</a:t>
            </a:r>
            <a:r>
              <a:rPr lang="en-US" sz="2550" dirty="0" spc="1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đình</a:t>
            </a:r>
            <a:r>
              <a:rPr lang="en-US" sz="2550" dirty="0" spc="18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2550" dirty="0" spc="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suy</a:t>
            </a:r>
            <a:r>
              <a:rPr lang="en-US" sz="2550" dirty="0" spc="1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động</a:t>
            </a:r>
            <a:r>
              <a:rPr lang="en-US" sz="2550" dirty="0" spc="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cơ</a:t>
            </a:r>
            <a:r>
              <a:rPr lang="en-US" sz="2550" dirty="0" spc="-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 mọi</a:t>
            </a:r>
            <a:r>
              <a:rPr lang="en-US" sz="2550" dirty="0" spc="2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luận</a:t>
            </a:r>
            <a:r>
              <a:rPr lang="en-US" sz="2550" dirty="0" spc="17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điểm,</a:t>
            </a:r>
            <a:r>
              <a:rPr lang="en-US" sz="2550" dirty="0" spc="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mà</a:t>
            </a:r>
            <a:r>
              <a:rPr lang="en-US" sz="2550" dirty="0" spc="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550" dirty="0" spc="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mở</a:t>
            </a:r>
            <a:r>
              <a:rPr lang="en-US" sz="2550" dirty="0" spc="-2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rộng</a:t>
            </a:r>
            <a:r>
              <a:rPr lang="en-US" sz="2550" dirty="0" spc="13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</a:t>
            </a:r>
            <a:r>
              <a:rPr lang="en-US" sz="2550" dirty="0" spc="6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tượng</a:t>
            </a:r>
            <a:r>
              <a:rPr lang="en-US" sz="2550" dirty="0" spc="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lịch</a:t>
            </a:r>
            <a:r>
              <a:rPr lang="en-US" sz="2550" dirty="0" spc="-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sử.</a:t>
            </a:r>
            <a:endParaRPr lang="en-US" sz="2550" dirty="0"/>
          </a:p>
        </p:txBody>
      </p:sp>
      <p:sp>
        <p:nvSpPr>
          <p:cNvPr id="22" name="Text 19"/>
          <p:cNvSpPr/>
          <p:nvPr/>
        </p:nvSpPr>
        <p:spPr>
          <a:xfrm>
            <a:off x="762000" y="9525000"/>
            <a:ext cx="16383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25" dirty="0" spc="0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[S9]</a:t>
            </a:r>
            <a:r>
              <a:rPr lang="en-US" sz="1725" dirty="0" spc="-1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</a:t>
            </a:r>
            <a:r>
              <a:rPr lang="en-US" sz="1725" dirty="0" spc="0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Jungs</a:t>
            </a:r>
            <a:r>
              <a:rPr lang="en-US" sz="1725" dirty="0" spc="-14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at</a:t>
            </a:r>
            <a:r>
              <a:rPr lang="en-US" sz="1725" dirty="0" spc="-2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Home</a:t>
            </a:r>
            <a:r>
              <a:rPr lang="en-US" sz="1725" dirty="0" spc="-4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near</a:t>
            </a:r>
            <a:r>
              <a:rPr lang="en-US" sz="1725" dirty="0" spc="-2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Zurich</a:t>
            </a:r>
            <a:endParaRPr lang="en-US" sz="1725" dirty="0"/>
          </a:p>
        </p:txBody>
      </p:sp>
      <p:sp>
        <p:nvSpPr>
          <p:cNvPr id="23" name="Text 20"/>
          <p:cNvSpPr/>
          <p:nvPr/>
        </p:nvSpPr>
        <p:spPr>
          <a:xfrm>
            <a:off x="762000" y="9953625"/>
            <a:ext cx="157162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2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J01</a:t>
            </a:r>
            <a:r>
              <a:rPr lang="en-US" sz="1650" dirty="0" spc="0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Visual edition</a:t>
            </a:r>
            <a:r>
              <a:rPr lang="en-US" sz="1650" dirty="0" spc="1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8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13/40</a:t>
            </a:r>
            <a:endParaRPr lang="en-US" sz="1650" dirty="0"/>
          </a:p>
        </p:txBody>
      </p:sp>
      <p:sp>
        <p:nvSpPr>
          <p:cNvPr id="24" name="Shape 2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5" name="Moda image moda-export-watermark-577ad91b-f62b-4137-99d5-59c1157157d4" descr="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76250"/>
            <a:ext cx="153352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🧠 C · KHÁC BIỆT HỌC THUYẾT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762000" y="1143000"/>
            <a:ext cx="16764000" cy="1476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500" b="1" dirty="0" spc="-2" kern="0">
                <a:solidFill>
                  <a:srgbClr val="20242A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Libido:</a:t>
            </a:r>
            <a:r>
              <a:rPr lang="en-US" sz="4500" b="1" dirty="0" spc="2" kern="0">
                <a:solidFill>
                  <a:srgbClr val="20242A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cùng</a:t>
            </a:r>
            <a:r>
              <a:rPr lang="en-US" sz="4500" b="1" dirty="0" spc="1" kern="0">
                <a:solidFill>
                  <a:srgbClr val="20242A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từ</a:t>
            </a:r>
            <a:r>
              <a:rPr lang="en-US" sz="4500" b="1" dirty="0" spc="-24" kern="0">
                <a:solidFill>
                  <a:srgbClr val="20242A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chưa</a:t>
            </a:r>
            <a:r>
              <a:rPr lang="en-US" sz="4500" b="1" dirty="0" spc="2" kern="0">
                <a:solidFill>
                  <a:srgbClr val="20242A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chắc</a:t>
            </a:r>
            <a:r>
              <a:rPr lang="en-US" sz="4500" b="1" dirty="0" spc="3" kern="0">
                <a:solidFill>
                  <a:srgbClr val="20242A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cùng</a:t>
            </a:r>
            <a:r>
              <a:rPr lang="en-US" sz="4500" b="1" dirty="0" spc="1" kern="0">
                <a:solidFill>
                  <a:srgbClr val="20242A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nghĩa</a:t>
            </a:r>
            <a:endParaRPr lang="en-US" sz="4500" dirty="0"/>
          </a:p>
        </p:txBody>
      </p:sp>
      <p:pic>
        <p:nvPicPr>
          <p:cNvPr id="4" name="Moda flattened rect-1792822544622-272296864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602075" y="409575"/>
            <a:ext cx="590550" cy="59055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62000" y="2714625"/>
            <a:ext cx="1047750" cy="809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b="1" dirty="0" spc="-19" kern="0">
                <a:solidFill>
                  <a:srgbClr val="493C89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01</a:t>
            </a:r>
            <a:endParaRPr lang="en-US" sz="4800" dirty="0"/>
          </a:p>
        </p:txBody>
      </p:sp>
      <p:sp>
        <p:nvSpPr>
          <p:cNvPr id="6" name="Shape 3"/>
          <p:cNvSpPr/>
          <p:nvPr/>
        </p:nvSpPr>
        <p:spPr>
          <a:xfrm>
            <a:off x="762000" y="3762375"/>
            <a:ext cx="5238750" cy="2476500"/>
          </a:xfrm>
          <a:prstGeom prst="roundRect">
            <a:avLst>
              <a:gd name="adj" fmla="val 4615"/>
            </a:avLst>
          </a:prstGeom>
          <a:solidFill>
            <a:srgbClr val="EDE8F5"/>
          </a:solidFill>
          <a:ln/>
        </p:spPr>
      </p:sp>
      <p:sp>
        <p:nvSpPr>
          <p:cNvPr id="7" name="Text 4"/>
          <p:cNvSpPr/>
          <p:nvPr/>
        </p:nvSpPr>
        <p:spPr>
          <a:xfrm>
            <a:off x="1047750" y="4000500"/>
            <a:ext cx="4667250" cy="809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-34" kern="0">
                <a:solidFill>
                  <a:srgbClr val="493C89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Từ</a:t>
            </a:r>
            <a:r>
              <a:rPr lang="en-US" sz="2550" b="1" dirty="0" spc="-2" kern="0">
                <a:solidFill>
                  <a:srgbClr val="493C89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ngữ</a:t>
            </a:r>
            <a:endParaRPr lang="en-US" sz="2550" dirty="0"/>
          </a:p>
        </p:txBody>
      </p:sp>
      <p:sp>
        <p:nvSpPr>
          <p:cNvPr id="8" name="Text 5"/>
          <p:cNvSpPr/>
          <p:nvPr/>
        </p:nvSpPr>
        <p:spPr>
          <a:xfrm>
            <a:off x="1047750" y="5048250"/>
            <a:ext cx="466725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Cùng</a:t>
            </a:r>
            <a:r>
              <a:rPr lang="en-US" sz="2550" dirty="0" spc="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nhãn libido.</a:t>
            </a:r>
            <a:endParaRPr lang="en-US" sz="2550" dirty="0"/>
          </a:p>
        </p:txBody>
      </p:sp>
      <p:sp>
        <p:nvSpPr>
          <p:cNvPr id="9" name="Text 6"/>
          <p:cNvSpPr/>
          <p:nvPr/>
        </p:nvSpPr>
        <p:spPr>
          <a:xfrm>
            <a:off x="6381750" y="2714625"/>
            <a:ext cx="1047750" cy="809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b="1" dirty="0" spc="-10" kern="0">
                <a:solidFill>
                  <a:srgbClr val="493C89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02</a:t>
            </a:r>
            <a:endParaRPr lang="en-US" sz="4800" dirty="0"/>
          </a:p>
        </p:txBody>
      </p:sp>
      <p:sp>
        <p:nvSpPr>
          <p:cNvPr id="10" name="Shape 7"/>
          <p:cNvSpPr/>
          <p:nvPr/>
        </p:nvSpPr>
        <p:spPr>
          <a:xfrm>
            <a:off x="6381750" y="3762375"/>
            <a:ext cx="5238750" cy="2476500"/>
          </a:xfrm>
          <a:prstGeom prst="roundRect">
            <a:avLst>
              <a:gd name="adj" fmla="val 4615"/>
            </a:avLst>
          </a:prstGeom>
          <a:solidFill>
            <a:srgbClr val="EDE8F5"/>
          </a:solidFill>
          <a:ln/>
        </p:spPr>
      </p:sp>
      <p:sp>
        <p:nvSpPr>
          <p:cNvPr id="11" name="Text 8"/>
          <p:cNvSpPr/>
          <p:nvPr/>
        </p:nvSpPr>
        <p:spPr>
          <a:xfrm>
            <a:off x="6667500" y="4000500"/>
            <a:ext cx="4667250" cy="809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1" kern="0">
                <a:solidFill>
                  <a:srgbClr val="493C89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Phạm vi</a:t>
            </a:r>
            <a:endParaRPr lang="en-US" sz="2550" dirty="0"/>
          </a:p>
        </p:txBody>
      </p:sp>
      <p:sp>
        <p:nvSpPr>
          <p:cNvPr id="12" name="Text 9"/>
          <p:cNvSpPr/>
          <p:nvPr/>
        </p:nvSpPr>
        <p:spPr>
          <a:xfrm>
            <a:off x="6667500" y="5048250"/>
            <a:ext cx="466725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Có thể khác</a:t>
            </a:r>
            <a:r>
              <a:rPr lang="en-US" sz="2550" dirty="0" spc="12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</a:t>
            </a:r>
            <a:r>
              <a:rPr lang="en-US" sz="2550" dirty="0" spc="6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tượng</a:t>
            </a:r>
            <a:r>
              <a:rPr lang="en-US" sz="2550" dirty="0" spc="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giải</a:t>
            </a:r>
            <a:r>
              <a:rPr lang="en-US" sz="2550" dirty="0" spc="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thích.</a:t>
            </a:r>
            <a:endParaRPr lang="en-US" sz="2550" dirty="0"/>
          </a:p>
        </p:txBody>
      </p:sp>
      <p:sp>
        <p:nvSpPr>
          <p:cNvPr id="13" name="Text 10"/>
          <p:cNvSpPr/>
          <p:nvPr/>
        </p:nvSpPr>
        <p:spPr>
          <a:xfrm>
            <a:off x="12001500" y="2714625"/>
            <a:ext cx="1047750" cy="809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b="1" dirty="0" spc="-15" kern="0">
                <a:solidFill>
                  <a:srgbClr val="493C89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03</a:t>
            </a:r>
            <a:endParaRPr lang="en-US" sz="4800" dirty="0"/>
          </a:p>
        </p:txBody>
      </p:sp>
      <p:sp>
        <p:nvSpPr>
          <p:cNvPr id="14" name="Shape 11"/>
          <p:cNvSpPr/>
          <p:nvPr/>
        </p:nvSpPr>
        <p:spPr>
          <a:xfrm>
            <a:off x="12001500" y="3762375"/>
            <a:ext cx="5238750" cy="2476500"/>
          </a:xfrm>
          <a:prstGeom prst="roundRect">
            <a:avLst>
              <a:gd name="adj" fmla="val 4615"/>
            </a:avLst>
          </a:prstGeom>
          <a:solidFill>
            <a:srgbClr val="EDE8F5"/>
          </a:solidFill>
          <a:ln/>
        </p:spPr>
      </p:sp>
      <p:sp>
        <p:nvSpPr>
          <p:cNvPr id="15" name="Text 12"/>
          <p:cNvSpPr/>
          <p:nvPr/>
        </p:nvSpPr>
        <p:spPr>
          <a:xfrm>
            <a:off x="12287250" y="4000500"/>
            <a:ext cx="4667250" cy="809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2" kern="0">
                <a:solidFill>
                  <a:srgbClr val="493C89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Phép kiểm</a:t>
            </a:r>
            <a:endParaRPr lang="en-US" sz="2550" dirty="0"/>
          </a:p>
        </p:txBody>
      </p:sp>
      <p:sp>
        <p:nvSpPr>
          <p:cNvPr id="16" name="Text 13"/>
          <p:cNvSpPr/>
          <p:nvPr/>
        </p:nvSpPr>
        <p:spPr>
          <a:xfrm>
            <a:off x="12287250" y="5048250"/>
            <a:ext cx="466725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2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Khái</a:t>
            </a:r>
            <a:r>
              <a:rPr lang="en-US" sz="2550" dirty="0" spc="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niệm</a:t>
            </a:r>
            <a:r>
              <a:rPr lang="en-US" sz="2550" dirty="0" spc="-2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rộng</a:t>
            </a:r>
            <a:r>
              <a:rPr lang="en-US" sz="2550" dirty="0" spc="6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</a:t>
            </a:r>
            <a:r>
              <a:rPr lang="en-US" sz="2550" dirty="0" spc="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chắc</a:t>
            </a:r>
            <a:r>
              <a:rPr lang="en-US" sz="2550" dirty="0" spc="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dễ</a:t>
            </a:r>
            <a:r>
              <a:rPr lang="en-US" sz="2550" dirty="0" spc="2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kiểm.</a:t>
            </a:r>
            <a:endParaRPr lang="en-US" sz="2550" dirty="0"/>
          </a:p>
        </p:txBody>
      </p:sp>
      <p:sp>
        <p:nvSpPr>
          <p:cNvPr id="17" name="Text 14"/>
          <p:cNvSpPr/>
          <p:nvPr/>
        </p:nvSpPr>
        <p:spPr>
          <a:xfrm>
            <a:off x="857250" y="7048500"/>
            <a:ext cx="16383000" cy="209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7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Một</a:t>
            </a:r>
            <a:r>
              <a:rPr lang="en-US" sz="2550" dirty="0" spc="-15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bất</a:t>
            </a:r>
            <a:r>
              <a:rPr lang="en-US" sz="2550" dirty="0" spc="1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đồng</a:t>
            </a:r>
            <a:r>
              <a:rPr lang="en-US" sz="2550" dirty="0" spc="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quan</a:t>
            </a:r>
            <a:r>
              <a:rPr lang="en-US" sz="2550" dirty="0" spc="-16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trọng</a:t>
            </a:r>
            <a:r>
              <a:rPr lang="en-US" sz="2550" dirty="0" spc="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nằm ở cách</a:t>
            </a:r>
            <a:r>
              <a:rPr lang="en-US" sz="2550" dirty="0" spc="-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2550" dirty="0" spc="-6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thuật</a:t>
            </a:r>
            <a:r>
              <a:rPr lang="en-US" sz="2550" dirty="0" spc="-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ngữ</a:t>
            </a:r>
            <a:r>
              <a:rPr lang="en-US" sz="2550" dirty="0" spc="-19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dirty="0" spc="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phạm</a:t>
            </a:r>
            <a:r>
              <a:rPr lang="en-US" sz="2550" dirty="0" spc="-3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</a:t>
            </a:r>
            <a:r>
              <a:rPr lang="en-US" sz="2550" dirty="0" spc="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giải</a:t>
            </a:r>
            <a:r>
              <a:rPr lang="en-US" sz="2550" dirty="0" spc="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thích. Jung muốn mở</a:t>
            </a:r>
            <a:r>
              <a:rPr lang="en-US" sz="2550" dirty="0" spc="-2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rộng</a:t>
            </a:r>
            <a:r>
              <a:rPr lang="en-US" sz="2550" dirty="0" spc="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nghĩa</a:t>
            </a:r>
            <a:r>
              <a:rPr lang="en-US" sz="2550" dirty="0" spc="-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libido</a:t>
            </a:r>
            <a:r>
              <a:rPr lang="en-US" sz="2550" dirty="0" spc="-6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sang</a:t>
            </a:r>
            <a:r>
              <a:rPr lang="en-US" sz="2550" dirty="0" spc="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năng</a:t>
            </a:r>
            <a:r>
              <a:rPr lang="en-US" sz="2550" dirty="0" spc="6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lượng</a:t>
            </a:r>
            <a:r>
              <a:rPr lang="en-US" sz="2550" dirty="0" spc="-1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tâm</a:t>
            </a:r>
            <a:r>
              <a:rPr lang="en-US" sz="2550" dirty="0" spc="-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lý</a:t>
            </a:r>
            <a:r>
              <a:rPr lang="en-US" sz="2550" dirty="0" spc="-17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550" dirty="0" spc="6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hướng</a:t>
            </a:r>
            <a:r>
              <a:rPr lang="en-US" sz="2550" dirty="0" spc="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tiếp</a:t>
            </a:r>
            <a:r>
              <a:rPr lang="en-US" sz="2550" dirty="0" spc="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cận</a:t>
            </a:r>
            <a:r>
              <a:rPr lang="en-US" sz="2550" dirty="0" spc="-2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550" dirty="0" spc="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mình. Điều</a:t>
            </a:r>
            <a:r>
              <a:rPr lang="en-US" sz="2550" dirty="0" spc="-1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này</a:t>
            </a:r>
            <a:r>
              <a:rPr lang="en-US" sz="2550" dirty="0" spc="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 cho phép</a:t>
            </a:r>
            <a:r>
              <a:rPr lang="en-US" sz="2550" dirty="0" spc="-1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tóm</a:t>
            </a:r>
            <a:r>
              <a:rPr lang="en-US" sz="2550" dirty="0" spc="-37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Freud</a:t>
            </a:r>
            <a:r>
              <a:rPr lang="en-US" sz="2550" dirty="0" spc="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550" dirty="0" spc="2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“chỉ</a:t>
            </a:r>
            <a:r>
              <a:rPr lang="en-US" sz="2550" dirty="0" spc="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550" dirty="0" spc="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tình</a:t>
            </a:r>
            <a:r>
              <a:rPr lang="en-US" sz="2550" dirty="0" spc="-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dục”</a:t>
            </a:r>
            <a:r>
              <a:rPr lang="en-US" sz="2550" dirty="0" spc="-3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hoặc</a:t>
            </a:r>
            <a:r>
              <a:rPr lang="en-US" sz="2550" dirty="0" spc="-33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2550" dirty="0" spc="2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luận</a:t>
            </a:r>
            <a:r>
              <a:rPr lang="en-US" sz="2550" dirty="0" spc="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khái niệm</a:t>
            </a:r>
            <a:r>
              <a:rPr lang="en-US" sz="2550" dirty="0" spc="-2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rộng</a:t>
            </a:r>
            <a:r>
              <a:rPr lang="en-US" sz="2550" dirty="0" spc="-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 tự nhiên đúng</a:t>
            </a:r>
            <a:r>
              <a:rPr lang="en-US" sz="2550" dirty="0" spc="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hơn.</a:t>
            </a:r>
            <a:r>
              <a:rPr lang="en-US" sz="2550" dirty="0" spc="-2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2550" dirty="0" spc="-1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so</a:t>
            </a:r>
            <a:r>
              <a:rPr lang="en-US" sz="2550" dirty="0" spc="-6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sánh,</a:t>
            </a:r>
            <a:r>
              <a:rPr lang="en-US" sz="2550" dirty="0" spc="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r>
              <a:rPr lang="en-US" sz="2550" dirty="0" spc="2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nêu</a:t>
            </a:r>
            <a:r>
              <a:rPr lang="en-US" sz="2550" dirty="0" spc="-14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văn</a:t>
            </a:r>
            <a:r>
              <a:rPr lang="en-US" sz="2550" dirty="0" spc="-3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bản,</a:t>
            </a:r>
            <a:r>
              <a:rPr lang="en-US" sz="2550" dirty="0" spc="-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giai</a:t>
            </a:r>
            <a:r>
              <a:rPr lang="en-US" sz="2550" dirty="0" spc="8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đoạn</a:t>
            </a:r>
            <a:r>
              <a:rPr lang="en-US" sz="2550" dirty="0" spc="-19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dirty="0" spc="22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điều</a:t>
            </a:r>
            <a:r>
              <a:rPr lang="en-US" sz="2550" dirty="0" spc="-6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thuật</a:t>
            </a:r>
            <a:r>
              <a:rPr lang="en-US" sz="2550" dirty="0" spc="-2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ngữ</a:t>
            </a:r>
            <a:r>
              <a:rPr lang="en-US" sz="2550" dirty="0" spc="7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550" dirty="0" spc="-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2550" dirty="0" spc="17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2550" dirty="0" spc="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giải</a:t>
            </a:r>
            <a:r>
              <a:rPr lang="en-US" sz="2550" dirty="0" spc="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thích;</a:t>
            </a:r>
            <a:r>
              <a:rPr lang="en-US" sz="2550" dirty="0" spc="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 nghĩa</a:t>
            </a:r>
            <a:r>
              <a:rPr lang="en-US" sz="2550" dirty="0" spc="-7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thay</a:t>
            </a:r>
            <a:r>
              <a:rPr lang="en-US" sz="2550" dirty="0" spc="12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</a:t>
            </a:r>
            <a:r>
              <a:rPr lang="en-US" sz="2550" dirty="0" spc="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2550" dirty="0" spc="6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550" dirty="0" spc="1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2550" dirty="0" spc="8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riêng.</a:t>
            </a:r>
            <a:endParaRPr lang="en-US" sz="2550" dirty="0"/>
          </a:p>
        </p:txBody>
      </p:sp>
      <p:sp>
        <p:nvSpPr>
          <p:cNvPr id="18" name="Text 15"/>
          <p:cNvSpPr/>
          <p:nvPr/>
        </p:nvSpPr>
        <p:spPr>
          <a:xfrm>
            <a:off x="762000" y="9525000"/>
            <a:ext cx="16383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25" dirty="0" spc="1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[S1]</a:t>
            </a:r>
            <a:r>
              <a:rPr lang="en-US" sz="1725" dirty="0" spc="-1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</a:t>
            </a:r>
            <a:r>
              <a:rPr lang="en-US" sz="1725" dirty="0" spc="-17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Hero’s</a:t>
            </a:r>
            <a:r>
              <a:rPr lang="en-US" sz="1725" dirty="0" spc="-5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Struggle</a:t>
            </a:r>
            <a:r>
              <a:rPr lang="en-US" sz="1725" dirty="0" spc="-14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for</a:t>
            </a:r>
            <a:r>
              <a:rPr lang="en-US" sz="1725" dirty="0" spc="-23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Freedom</a:t>
            </a:r>
            <a:r>
              <a:rPr lang="en-US" sz="1725" dirty="0" spc="1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 J01</a:t>
            </a:r>
            <a:r>
              <a:rPr lang="en-US" sz="1725" dirty="0" spc="-1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</a:t>
            </a:r>
            <a:endParaRPr lang="en-US" sz="1725" dirty="0"/>
          </a:p>
        </p:txBody>
      </p:sp>
      <p:sp>
        <p:nvSpPr>
          <p:cNvPr id="19" name="Text 16"/>
          <p:cNvSpPr/>
          <p:nvPr/>
        </p:nvSpPr>
        <p:spPr>
          <a:xfrm>
            <a:off x="762000" y="9953625"/>
            <a:ext cx="157162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2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J01</a:t>
            </a:r>
            <a:r>
              <a:rPr lang="en-US" sz="1650" dirty="0" spc="0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Visual edition</a:t>
            </a:r>
            <a:r>
              <a:rPr lang="en-US" sz="1650" dirty="0" spc="1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6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14/40</a:t>
            </a:r>
            <a:endParaRPr lang="en-US" sz="1650" dirty="0"/>
          </a:p>
        </p:txBody>
      </p:sp>
      <p:sp>
        <p:nvSpPr>
          <p:cNvPr id="20" name="Shape 17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1" name="Moda image moda-export-watermark-69a0ba28-2b84-433f-a248-88bdbfaac447" descr="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76250"/>
            <a:ext cx="153352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🧠 C · BA TẦNG CHIA TÁCH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762000" y="1143000"/>
            <a:ext cx="16764000" cy="1476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500" b="1" dirty="0" spc="1" kern="0">
                <a:solidFill>
                  <a:srgbClr val="20242A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Học</a:t>
            </a:r>
            <a:r>
              <a:rPr lang="en-US" sz="4500" b="1" dirty="0" spc="6" kern="0">
                <a:solidFill>
                  <a:srgbClr val="20242A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thuyết,</a:t>
            </a:r>
            <a:r>
              <a:rPr lang="en-US" sz="4500" b="1" dirty="0" spc="0" kern="0">
                <a:solidFill>
                  <a:srgbClr val="20242A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quan</a:t>
            </a:r>
            <a:r>
              <a:rPr lang="en-US" sz="4500" b="1" dirty="0" spc="-5" kern="0">
                <a:solidFill>
                  <a:srgbClr val="20242A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hệ,</a:t>
            </a:r>
            <a:r>
              <a:rPr lang="en-US" sz="4500" b="1" dirty="0" spc="-28" kern="0">
                <a:solidFill>
                  <a:srgbClr val="20242A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tổ</a:t>
            </a:r>
            <a:r>
              <a:rPr lang="en-US" sz="4500" b="1" dirty="0" spc="-29" kern="0">
                <a:solidFill>
                  <a:srgbClr val="20242A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chức</a:t>
            </a:r>
            <a:endParaRPr lang="en-US" sz="4500" dirty="0"/>
          </a:p>
        </p:txBody>
      </p:sp>
      <p:pic>
        <p:nvPicPr>
          <p:cNvPr id="4" name="Moda flattened rect-1792822548349-192304914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602075" y="409575"/>
            <a:ext cx="590550" cy="59055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62000" y="3857625"/>
            <a:ext cx="3905250" cy="1714500"/>
          </a:xfrm>
          <a:prstGeom prst="roundRect">
            <a:avLst>
              <a:gd name="adj" fmla="val 6667"/>
            </a:avLst>
          </a:prstGeom>
          <a:solidFill>
            <a:srgbClr val="493C89"/>
          </a:solidFill>
          <a:ln/>
        </p:spPr>
      </p:sp>
      <p:sp>
        <p:nvSpPr>
          <p:cNvPr id="6" name="Text 3"/>
          <p:cNvSpPr/>
          <p:nvPr/>
        </p:nvSpPr>
        <p:spPr>
          <a:xfrm>
            <a:off x="1047750" y="4191000"/>
            <a:ext cx="3286125" cy="1095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 spc="-3" kern="0">
                <a:solidFill>
                  <a:srgbClr val="F5F0E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Cần</a:t>
            </a:r>
            <a:r>
              <a:rPr lang="en-US" sz="3000" b="1" dirty="0" spc="0" kern="0">
                <a:solidFill>
                  <a:srgbClr val="F5F0E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phân</a:t>
            </a:r>
            <a:r>
              <a:rPr lang="en-US" sz="3000" b="1" dirty="0" spc="1" kern="0">
                <a:solidFill>
                  <a:srgbClr val="F5F0E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biệt</a:t>
            </a:r>
            <a:endParaRPr lang="en-US" sz="3000" dirty="0"/>
          </a:p>
          <a:p>
            <a:pPr algn="l" indent="0" marL="0">
              <a:buNone/>
            </a:pPr>
            <a:r>
              <a:rPr lang="en-US" sz="3000" b="1" dirty="0" spc="11" kern="0">
                <a:solidFill>
                  <a:srgbClr val="F5F0E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điều</a:t>
            </a:r>
            <a:r>
              <a:rPr lang="en-US" sz="3000" b="1" dirty="0" spc="-7" kern="0">
                <a:solidFill>
                  <a:srgbClr val="F5F0E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gì?</a:t>
            </a:r>
            <a:endParaRPr lang="en-US" sz="3000" dirty="0"/>
          </a:p>
        </p:txBody>
      </p:sp>
      <p:sp>
        <p:nvSpPr>
          <p:cNvPr id="7" name="Shape 4"/>
          <p:cNvSpPr/>
          <p:nvPr/>
        </p:nvSpPr>
        <p:spPr>
          <a:xfrm>
            <a:off x="6953250" y="2857500"/>
            <a:ext cx="10287000" cy="1047750"/>
          </a:xfrm>
          <a:prstGeom prst="roundRect">
            <a:avLst>
              <a:gd name="adj" fmla="val 10909"/>
            </a:avLst>
          </a:prstGeom>
          <a:solidFill>
            <a:srgbClr val="EDE8F5"/>
          </a:solidFill>
          <a:ln/>
        </p:spPr>
      </p:sp>
      <p:sp>
        <p:nvSpPr>
          <p:cNvPr id="8" name="Text 5"/>
          <p:cNvSpPr/>
          <p:nvPr/>
        </p:nvSpPr>
        <p:spPr>
          <a:xfrm>
            <a:off x="7239000" y="3048000"/>
            <a:ext cx="295275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 spc="-3" kern="0">
                <a:solidFill>
                  <a:srgbClr val="493C89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Học</a:t>
            </a:r>
            <a:r>
              <a:rPr lang="en-US" sz="2400" b="1" dirty="0" spc="0" kern="0">
                <a:solidFill>
                  <a:srgbClr val="493C89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thuyết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10477500" y="3028950"/>
            <a:ext cx="6429375" cy="809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Khác</a:t>
            </a:r>
            <a:r>
              <a:rPr lang="en-US" sz="2400" dirty="0" spc="2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r>
              <a:rPr lang="en-US" sz="2400" dirty="0" spc="2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nghĩa</a:t>
            </a:r>
            <a:r>
              <a:rPr lang="en-US" sz="2400" dirty="0" spc="-2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hoặc</a:t>
            </a:r>
            <a:r>
              <a:rPr lang="en-US" sz="2400" dirty="0" spc="2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lập</a:t>
            </a:r>
            <a:r>
              <a:rPr lang="en-US" sz="2400" dirty="0" spc="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luận?</a:t>
            </a:r>
            <a:endParaRPr lang="en-US" sz="2400" dirty="0"/>
          </a:p>
        </p:txBody>
      </p:sp>
      <p:sp>
        <p:nvSpPr>
          <p:cNvPr id="10" name="Shape 7"/>
          <p:cNvSpPr/>
          <p:nvPr/>
        </p:nvSpPr>
        <p:spPr>
          <a:xfrm>
            <a:off x="6953250" y="4095750"/>
            <a:ext cx="10287000" cy="1047750"/>
          </a:xfrm>
          <a:prstGeom prst="roundRect">
            <a:avLst>
              <a:gd name="adj" fmla="val 10909"/>
            </a:avLst>
          </a:prstGeom>
          <a:solidFill>
            <a:srgbClr val="EDE8F5"/>
          </a:solidFill>
          <a:ln/>
        </p:spPr>
      </p:sp>
      <p:sp>
        <p:nvSpPr>
          <p:cNvPr id="11" name="Text 8"/>
          <p:cNvSpPr/>
          <p:nvPr/>
        </p:nvSpPr>
        <p:spPr>
          <a:xfrm>
            <a:off x="7239000" y="4286250"/>
            <a:ext cx="295275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 spc="6" kern="0">
                <a:solidFill>
                  <a:srgbClr val="493C89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Quan</a:t>
            </a:r>
            <a:r>
              <a:rPr lang="en-US" sz="2400" b="1" dirty="0" spc="1" kern="0">
                <a:solidFill>
                  <a:srgbClr val="493C89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hệ</a:t>
            </a:r>
            <a:endParaRPr lang="en-US" sz="2400" dirty="0"/>
          </a:p>
        </p:txBody>
      </p:sp>
      <p:sp>
        <p:nvSpPr>
          <p:cNvPr id="12" name="Text 9"/>
          <p:cNvSpPr/>
          <p:nvPr/>
        </p:nvSpPr>
        <p:spPr>
          <a:xfrm>
            <a:off x="10477500" y="4267200"/>
            <a:ext cx="6429375" cy="809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Ai nói</a:t>
            </a:r>
            <a:r>
              <a:rPr lang="en-US" sz="2400" dirty="0" spc="3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gì</a:t>
            </a:r>
            <a:r>
              <a:rPr lang="en-US" sz="2400" dirty="0" spc="-16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400" dirty="0" spc="15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đáp</a:t>
            </a:r>
            <a:r>
              <a:rPr lang="en-US" sz="2400" dirty="0" spc="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r>
              <a:rPr lang="en-US" sz="2400" dirty="0" spc="2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gì?</a:t>
            </a:r>
            <a:endParaRPr lang="en-US" sz="2400" dirty="0"/>
          </a:p>
        </p:txBody>
      </p:sp>
      <p:sp>
        <p:nvSpPr>
          <p:cNvPr id="13" name="Shape 10"/>
          <p:cNvSpPr/>
          <p:nvPr/>
        </p:nvSpPr>
        <p:spPr>
          <a:xfrm>
            <a:off x="6953250" y="5334000"/>
            <a:ext cx="10287000" cy="1047750"/>
          </a:xfrm>
          <a:prstGeom prst="roundRect">
            <a:avLst>
              <a:gd name="adj" fmla="val 10909"/>
            </a:avLst>
          </a:prstGeom>
          <a:solidFill>
            <a:srgbClr val="EDE8F5"/>
          </a:solidFill>
          <a:ln/>
        </p:spPr>
      </p:sp>
      <p:sp>
        <p:nvSpPr>
          <p:cNvPr id="14" name="Text 11"/>
          <p:cNvSpPr/>
          <p:nvPr/>
        </p:nvSpPr>
        <p:spPr>
          <a:xfrm>
            <a:off x="7239000" y="5524500"/>
            <a:ext cx="295275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 spc="-82" kern="0">
                <a:solidFill>
                  <a:srgbClr val="493C89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Tổ</a:t>
            </a:r>
            <a:r>
              <a:rPr lang="en-US" sz="2400" b="1" dirty="0" spc="-20" kern="0">
                <a:solidFill>
                  <a:srgbClr val="493C89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chức</a:t>
            </a:r>
            <a:endParaRPr lang="en-US" sz="2400" dirty="0"/>
          </a:p>
        </p:txBody>
      </p:sp>
      <p:sp>
        <p:nvSpPr>
          <p:cNvPr id="15" name="Text 12"/>
          <p:cNvSpPr/>
          <p:nvPr/>
        </p:nvSpPr>
        <p:spPr>
          <a:xfrm>
            <a:off x="10477500" y="5505450"/>
            <a:ext cx="6429375" cy="809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-38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Vai</a:t>
            </a:r>
            <a:r>
              <a:rPr lang="en-US" sz="2400" dirty="0" spc="-22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trò</a:t>
            </a:r>
            <a:r>
              <a:rPr lang="en-US" sz="2400" dirty="0" spc="-15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400" dirty="0" spc="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diễn</a:t>
            </a:r>
            <a:r>
              <a:rPr lang="en-US" sz="2400" dirty="0" spc="14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đàn</a:t>
            </a:r>
            <a:r>
              <a:rPr lang="en-US" sz="2400" dirty="0" spc="12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</a:t>
            </a:r>
            <a:r>
              <a:rPr lang="en-US" sz="2400" dirty="0" spc="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thế</a:t>
            </a:r>
            <a:r>
              <a:rPr lang="en-US" sz="2400" dirty="0" spc="2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nào?</a:t>
            </a:r>
            <a:endParaRPr lang="en-US" sz="2400" dirty="0"/>
          </a:p>
        </p:txBody>
      </p:sp>
      <p:sp>
        <p:nvSpPr>
          <p:cNvPr id="16" name="Connector line-1792822548357-638698524"/>
          <p:cNvSpPr/>
          <p:nvPr/>
        </p:nvSpPr>
        <p:spPr>
          <a:xfrm>
            <a:off x="4667250" y="4714875"/>
            <a:ext cx="1238250" cy="0"/>
          </a:xfrm>
          <a:prstGeom prst="line">
            <a:avLst/>
          </a:prstGeom>
          <a:noFill/>
          <a:ln w="28575">
            <a:solidFill>
              <a:srgbClr val="493C89"/>
            </a:solidFill>
            <a:prstDash val="solid"/>
            <a:headEnd type="none"/>
            <a:tailEnd type="none"/>
          </a:ln>
        </p:spPr>
      </p:sp>
      <p:sp>
        <p:nvSpPr>
          <p:cNvPr id="17" name="Connector line-1792822548358-329983587"/>
          <p:cNvSpPr/>
          <p:nvPr/>
        </p:nvSpPr>
        <p:spPr>
          <a:xfrm>
            <a:off x="5905500" y="3381375"/>
            <a:ext cx="0" cy="2476500"/>
          </a:xfrm>
          <a:prstGeom prst="line">
            <a:avLst/>
          </a:prstGeom>
          <a:noFill/>
          <a:ln w="28575">
            <a:solidFill>
              <a:srgbClr val="493C89"/>
            </a:solidFill>
            <a:prstDash val="solid"/>
            <a:headEnd type="none"/>
            <a:tailEnd type="none"/>
          </a:ln>
        </p:spPr>
      </p:sp>
      <p:sp>
        <p:nvSpPr>
          <p:cNvPr id="18" name="Connector line-1792822548358-310242142"/>
          <p:cNvSpPr/>
          <p:nvPr/>
        </p:nvSpPr>
        <p:spPr>
          <a:xfrm>
            <a:off x="5905500" y="3381375"/>
            <a:ext cx="1047750" cy="0"/>
          </a:xfrm>
          <a:prstGeom prst="line">
            <a:avLst/>
          </a:prstGeom>
          <a:noFill/>
          <a:ln w="28575">
            <a:solidFill>
              <a:srgbClr val="493C89"/>
            </a:solidFill>
            <a:prstDash val="solid"/>
            <a:headEnd type="none"/>
            <a:tailEnd type="triangle" w="lg" len="lg"/>
          </a:ln>
        </p:spPr>
      </p:sp>
      <p:sp>
        <p:nvSpPr>
          <p:cNvPr id="19" name="Connector line-1792822548358-954213969"/>
          <p:cNvSpPr/>
          <p:nvPr/>
        </p:nvSpPr>
        <p:spPr>
          <a:xfrm>
            <a:off x="5905500" y="4619625"/>
            <a:ext cx="1047750" cy="0"/>
          </a:xfrm>
          <a:prstGeom prst="line">
            <a:avLst/>
          </a:prstGeom>
          <a:noFill/>
          <a:ln w="28575">
            <a:solidFill>
              <a:srgbClr val="493C89"/>
            </a:solidFill>
            <a:prstDash val="solid"/>
            <a:headEnd type="none"/>
            <a:tailEnd type="triangle" w="lg" len="lg"/>
          </a:ln>
        </p:spPr>
      </p:sp>
      <p:sp>
        <p:nvSpPr>
          <p:cNvPr id="20" name="Connector line-1792822548358-364944088"/>
          <p:cNvSpPr/>
          <p:nvPr/>
        </p:nvSpPr>
        <p:spPr>
          <a:xfrm>
            <a:off x="5905500" y="5857875"/>
            <a:ext cx="1047750" cy="0"/>
          </a:xfrm>
          <a:prstGeom prst="line">
            <a:avLst/>
          </a:prstGeom>
          <a:noFill/>
          <a:ln w="28575">
            <a:solidFill>
              <a:srgbClr val="493C89"/>
            </a:solidFill>
            <a:prstDash val="solid"/>
            <a:headEnd type="none"/>
            <a:tailEnd type="triangle" w="lg" len="lg"/>
          </a:ln>
        </p:spPr>
      </p:sp>
      <p:sp>
        <p:nvSpPr>
          <p:cNvPr id="21" name="Text 18"/>
          <p:cNvSpPr/>
          <p:nvPr/>
        </p:nvSpPr>
        <p:spPr>
          <a:xfrm>
            <a:off x="857250" y="7048500"/>
            <a:ext cx="16383000" cy="209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2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Những</a:t>
            </a:r>
            <a:r>
              <a:rPr lang="en-US" sz="2550" dirty="0" spc="-7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thay</a:t>
            </a:r>
            <a:r>
              <a:rPr lang="en-US" sz="2550" dirty="0" spc="12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</a:t>
            </a:r>
            <a:r>
              <a:rPr lang="en-US" sz="2550" dirty="0" spc="-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tư</a:t>
            </a:r>
            <a:r>
              <a:rPr lang="en-US" sz="2550" dirty="0" spc="6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tưởng</a:t>
            </a:r>
            <a:r>
              <a:rPr lang="en-US" sz="2550" dirty="0" spc="-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550" dirty="0" spc="2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r>
              <a:rPr lang="en-US" sz="2550" dirty="0" spc="33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</a:t>
            </a:r>
            <a:r>
              <a:rPr lang="en-US" sz="2550" dirty="0" spc="-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cùng</a:t>
            </a:r>
            <a:r>
              <a:rPr lang="en-US" sz="2550" dirty="0" spc="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căng</a:t>
            </a:r>
            <a:r>
              <a:rPr lang="en-US" sz="2550" dirty="0" spc="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thẳng quan</a:t>
            </a:r>
            <a:r>
              <a:rPr lang="en-US" sz="2550" dirty="0" spc="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hệ</a:t>
            </a:r>
            <a:r>
              <a:rPr lang="en-US" sz="2550" dirty="0" spc="-18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dirty="0" spc="-15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vai</a:t>
            </a:r>
            <a:r>
              <a:rPr lang="en-US" sz="2550" dirty="0" spc="-25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trò</a:t>
            </a:r>
            <a:r>
              <a:rPr lang="en-US" sz="2550" dirty="0" spc="-16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tổ</a:t>
            </a:r>
            <a:r>
              <a:rPr lang="en-US" sz="2550" dirty="0" spc="6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chức.</a:t>
            </a:r>
            <a:r>
              <a:rPr lang="en-US" sz="2550" dirty="0" spc="17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Nhưng</a:t>
            </a:r>
            <a:r>
              <a:rPr lang="en-US" sz="2550" dirty="0" spc="-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chúng</a:t>
            </a:r>
            <a:r>
              <a:rPr lang="en-US" sz="2550" dirty="0" spc="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 nên bị nhập</a:t>
            </a:r>
            <a:r>
              <a:rPr lang="en-US" sz="2550" dirty="0" spc="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r>
              <a:rPr lang="en-US" sz="2550" dirty="0" spc="-5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550" dirty="0" spc="-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r>
              <a:rPr lang="en-US" sz="2550" dirty="0" spc="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giải</a:t>
            </a:r>
            <a:r>
              <a:rPr lang="en-US" sz="2550" dirty="0" spc="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thích duy</a:t>
            </a:r>
            <a:r>
              <a:rPr lang="en-US" sz="2550" dirty="0" spc="-7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nhất.</a:t>
            </a:r>
            <a:r>
              <a:rPr lang="en-US" sz="2550" dirty="0" spc="-5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550" dirty="0" spc="-2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ý</a:t>
            </a:r>
            <a:r>
              <a:rPr lang="en-US" sz="2550" dirty="0" spc="6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tưởng</a:t>
            </a:r>
            <a:r>
              <a:rPr lang="en-US" sz="2550" dirty="0" spc="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550" dirty="0" spc="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 bị</a:t>
            </a:r>
            <a:r>
              <a:rPr lang="en-US" sz="2550" dirty="0" spc="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phản</a:t>
            </a:r>
            <a:r>
              <a:rPr lang="en-US" sz="2550" dirty="0" spc="12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</a:t>
            </a:r>
            <a:r>
              <a:rPr lang="en-US" sz="2550" dirty="0" spc="-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vì</a:t>
            </a:r>
            <a:r>
              <a:rPr lang="en-US" sz="2550" dirty="0" spc="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lập luận</a:t>
            </a:r>
            <a:r>
              <a:rPr lang="en-US" sz="2550" dirty="0" spc="-17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yếu;</a:t>
            </a:r>
            <a:r>
              <a:rPr lang="en-US" sz="2550" dirty="0" spc="-5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550" dirty="0" spc="5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550" dirty="0" spc="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550" dirty="0" spc="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r>
              <a:rPr lang="en-US" sz="2550" dirty="0" spc="-7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thấy</a:t>
            </a:r>
            <a:r>
              <a:rPr lang="en-US" sz="2550" dirty="0" spc="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550" dirty="0" spc="6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550" dirty="0" spc="-12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tôn</a:t>
            </a:r>
            <a:r>
              <a:rPr lang="en-US" sz="2550" dirty="0" spc="-15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trọng;</a:t>
            </a:r>
            <a:r>
              <a:rPr lang="en-US" sz="2550" dirty="0" spc="-4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550" dirty="0" spc="-17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tổ</a:t>
            </a:r>
            <a:r>
              <a:rPr lang="en-US" sz="2550" dirty="0" spc="7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chức</a:t>
            </a:r>
            <a:r>
              <a:rPr lang="en-US" sz="2550" dirty="0" spc="-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550" dirty="0" spc="2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r>
              <a:rPr lang="en-US" sz="2550" dirty="0" spc="-8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thay</a:t>
            </a:r>
            <a:r>
              <a:rPr lang="en-US" sz="2550" dirty="0" spc="12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</a:t>
            </a:r>
            <a:r>
              <a:rPr lang="en-US" sz="2550" dirty="0" spc="-14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quyền</a:t>
            </a:r>
            <a:r>
              <a:rPr lang="en-US" sz="2550" dirty="0" spc="-17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quyết</a:t>
            </a:r>
            <a:r>
              <a:rPr lang="en-US" sz="2550" dirty="0" spc="18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định.</a:t>
            </a:r>
            <a:r>
              <a:rPr lang="en-US" sz="2550" dirty="0" spc="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Muốn</a:t>
            </a:r>
            <a:r>
              <a:rPr lang="en-US" sz="2550" dirty="0" spc="-5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biết</a:t>
            </a:r>
            <a:r>
              <a:rPr lang="en-US" sz="2550" dirty="0" spc="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</a:t>
            </a:r>
            <a:r>
              <a:rPr lang="en-US" sz="2550" dirty="0" spc="-9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tầng</a:t>
            </a:r>
            <a:r>
              <a:rPr lang="en-US" sz="2550" dirty="0" spc="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ảnh</a:t>
            </a:r>
            <a:r>
              <a:rPr lang="en-US" sz="2550" dirty="0" spc="5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hưởng</a:t>
            </a:r>
            <a:r>
              <a:rPr lang="en-US" sz="2550" dirty="0" spc="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nhau</a:t>
            </a:r>
            <a:r>
              <a:rPr lang="en-US" sz="2550" dirty="0" spc="-35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</a:t>
            </a:r>
            <a:r>
              <a:rPr lang="en-US" sz="2550" dirty="0" spc="-8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sao</a:t>
            </a:r>
            <a:r>
              <a:rPr lang="en-US" sz="2550" dirty="0" spc="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r>
              <a:rPr lang="en-US" sz="2550" dirty="0" spc="2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tìm</a:t>
            </a:r>
            <a:r>
              <a:rPr lang="en-US" sz="2550" dirty="0" spc="-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tư</a:t>
            </a:r>
            <a:r>
              <a:rPr lang="en-US" sz="2550" dirty="0" spc="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550" dirty="0" spc="-2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cụ</a:t>
            </a:r>
            <a:r>
              <a:rPr lang="en-US" sz="2550" dirty="0" spc="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thể,</a:t>
            </a:r>
            <a:r>
              <a:rPr lang="en-US" sz="2550" dirty="0" spc="-8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thay</a:t>
            </a:r>
            <a:r>
              <a:rPr lang="en-US" sz="2550" dirty="0" spc="-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vì dùng</a:t>
            </a:r>
            <a:r>
              <a:rPr lang="en-US" sz="2550" dirty="0" spc="-5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550" dirty="0" spc="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nhãn</a:t>
            </a:r>
            <a:r>
              <a:rPr lang="en-US" sz="2550" dirty="0" spc="-1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tâm</a:t>
            </a:r>
            <a:r>
              <a:rPr lang="en-US" sz="2550" dirty="0" spc="-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lý</a:t>
            </a:r>
            <a:r>
              <a:rPr lang="en-US" sz="2550" dirty="0" spc="18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2550" dirty="0" spc="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lấp</a:t>
            </a:r>
            <a:r>
              <a:rPr lang="en-US" sz="2550" dirty="0" spc="-2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khoảng</a:t>
            </a:r>
            <a:r>
              <a:rPr lang="en-US" sz="2550" dirty="0" spc="-13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trống.</a:t>
            </a:r>
            <a:endParaRPr lang="en-US" sz="2550" dirty="0"/>
          </a:p>
        </p:txBody>
      </p:sp>
      <p:sp>
        <p:nvSpPr>
          <p:cNvPr id="22" name="Text 19"/>
          <p:cNvSpPr/>
          <p:nvPr/>
        </p:nvSpPr>
        <p:spPr>
          <a:xfrm>
            <a:off x="762000" y="9525000"/>
            <a:ext cx="16383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25" dirty="0" spc="2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J01</a:t>
            </a:r>
            <a:r>
              <a:rPr lang="en-US" sz="1725" dirty="0" spc="-1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 ·</a:t>
            </a:r>
            <a:r>
              <a:rPr lang="en-US" sz="1725" dirty="0" spc="0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Khung</a:t>
            </a:r>
            <a:r>
              <a:rPr lang="en-US" sz="1725" dirty="0" spc="1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phân</a:t>
            </a:r>
            <a:r>
              <a:rPr lang="en-US" sz="1725" dirty="0" spc="-1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tích</a:t>
            </a:r>
            <a:r>
              <a:rPr lang="en-US" sz="1725" dirty="0" spc="-4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1725" dirty="0" spc="-2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endParaRPr lang="en-US" sz="1725" dirty="0"/>
          </a:p>
        </p:txBody>
      </p:sp>
      <p:sp>
        <p:nvSpPr>
          <p:cNvPr id="23" name="Text 20"/>
          <p:cNvSpPr/>
          <p:nvPr/>
        </p:nvSpPr>
        <p:spPr>
          <a:xfrm>
            <a:off x="762000" y="9953625"/>
            <a:ext cx="157162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2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J01</a:t>
            </a:r>
            <a:r>
              <a:rPr lang="en-US" sz="1650" dirty="0" spc="0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Visual edition</a:t>
            </a:r>
            <a:r>
              <a:rPr lang="en-US" sz="1650" dirty="0" spc="1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5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15/40</a:t>
            </a:r>
            <a:endParaRPr lang="en-US" sz="1650" dirty="0"/>
          </a:p>
        </p:txBody>
      </p:sp>
      <p:sp>
        <p:nvSpPr>
          <p:cNvPr id="24" name="Shape 2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5" name="Moda image moda-export-watermark-250cb4d3-c965-4504-8d90-8f90041e2aa1" descr="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76250"/>
            <a:ext cx="153352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🧠 C · HAI CÂU HỎI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762000" y="1143000"/>
            <a:ext cx="16764000" cy="1476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500" b="1" dirty="0" spc="2" kern="0">
                <a:solidFill>
                  <a:srgbClr val="20242A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Nguồn</a:t>
            </a:r>
            <a:r>
              <a:rPr lang="en-US" sz="4500" b="1" dirty="0" spc="-27" kern="0">
                <a:solidFill>
                  <a:srgbClr val="20242A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gốc</a:t>
            </a:r>
            <a:r>
              <a:rPr lang="en-US" sz="4500" b="1" dirty="0" spc="1" kern="0">
                <a:solidFill>
                  <a:srgbClr val="20242A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ý</a:t>
            </a:r>
            <a:r>
              <a:rPr lang="en-US" sz="4500" b="1" dirty="0" spc="-39" kern="0">
                <a:solidFill>
                  <a:srgbClr val="20242A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tưởng</a:t>
            </a:r>
            <a:r>
              <a:rPr lang="en-US" sz="4500" b="1" dirty="0" spc="3" kern="0">
                <a:solidFill>
                  <a:srgbClr val="20242A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không</a:t>
            </a:r>
            <a:r>
              <a:rPr lang="en-US" sz="4500" b="1" dirty="0" spc="-2" kern="0">
                <a:solidFill>
                  <a:srgbClr val="20242A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quyết</a:t>
            </a:r>
            <a:r>
              <a:rPr lang="en-US" sz="4500" b="1" dirty="0" spc="13" kern="0">
                <a:solidFill>
                  <a:srgbClr val="20242A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định</a:t>
            </a:r>
            <a:r>
              <a:rPr lang="en-US" sz="4500" b="1" dirty="0" spc="0" kern="0">
                <a:solidFill>
                  <a:srgbClr val="20242A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tính</a:t>
            </a:r>
            <a:r>
              <a:rPr lang="en-US" sz="4500" b="1" dirty="0" spc="9" kern="0">
                <a:solidFill>
                  <a:srgbClr val="20242A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đúng</a:t>
            </a:r>
            <a:endParaRPr lang="en-US" sz="4500" dirty="0"/>
          </a:p>
        </p:txBody>
      </p:sp>
      <p:pic>
        <p:nvPicPr>
          <p:cNvPr id="4" name="Moda flattened rect-1792822551778-675263443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602075" y="409575"/>
            <a:ext cx="590550" cy="59055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62000" y="3857625"/>
            <a:ext cx="3905250" cy="1714500"/>
          </a:xfrm>
          <a:prstGeom prst="roundRect">
            <a:avLst>
              <a:gd name="adj" fmla="val 6667"/>
            </a:avLst>
          </a:prstGeom>
          <a:solidFill>
            <a:srgbClr val="493C89"/>
          </a:solidFill>
          <a:ln/>
        </p:spPr>
      </p:sp>
      <p:sp>
        <p:nvSpPr>
          <p:cNvPr id="6" name="Text 3"/>
          <p:cNvSpPr/>
          <p:nvPr/>
        </p:nvSpPr>
        <p:spPr>
          <a:xfrm>
            <a:off x="1047750" y="4191000"/>
            <a:ext cx="3286125" cy="1095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 spc="-3" kern="0">
                <a:solidFill>
                  <a:srgbClr val="F5F0E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Cần</a:t>
            </a:r>
            <a:r>
              <a:rPr lang="en-US" sz="3000" b="1" dirty="0" spc="0" kern="0">
                <a:solidFill>
                  <a:srgbClr val="F5F0E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phân</a:t>
            </a:r>
            <a:r>
              <a:rPr lang="en-US" sz="3000" b="1" dirty="0" spc="1" kern="0">
                <a:solidFill>
                  <a:srgbClr val="F5F0E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biệt</a:t>
            </a:r>
            <a:endParaRPr lang="en-US" sz="3000" dirty="0"/>
          </a:p>
          <a:p>
            <a:pPr algn="l" indent="0" marL="0">
              <a:buNone/>
            </a:pPr>
            <a:r>
              <a:rPr lang="en-US" sz="3000" b="1" dirty="0" spc="11" kern="0">
                <a:solidFill>
                  <a:srgbClr val="F5F0E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điều</a:t>
            </a:r>
            <a:r>
              <a:rPr lang="en-US" sz="3000" b="1" dirty="0" spc="-7" kern="0">
                <a:solidFill>
                  <a:srgbClr val="F5F0E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gì?</a:t>
            </a:r>
            <a:endParaRPr lang="en-US" sz="3000" dirty="0"/>
          </a:p>
        </p:txBody>
      </p:sp>
      <p:sp>
        <p:nvSpPr>
          <p:cNvPr id="7" name="Shape 4"/>
          <p:cNvSpPr/>
          <p:nvPr/>
        </p:nvSpPr>
        <p:spPr>
          <a:xfrm>
            <a:off x="6953250" y="2857500"/>
            <a:ext cx="10287000" cy="1047750"/>
          </a:xfrm>
          <a:prstGeom prst="roundRect">
            <a:avLst>
              <a:gd name="adj" fmla="val 10909"/>
            </a:avLst>
          </a:prstGeom>
          <a:solidFill>
            <a:srgbClr val="EDE8F5"/>
          </a:solidFill>
          <a:ln/>
        </p:spPr>
      </p:sp>
      <p:sp>
        <p:nvSpPr>
          <p:cNvPr id="8" name="Text 5"/>
          <p:cNvSpPr/>
          <p:nvPr/>
        </p:nvSpPr>
        <p:spPr>
          <a:xfrm>
            <a:off x="7239000" y="3048000"/>
            <a:ext cx="295275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 spc="-1" kern="0">
                <a:solidFill>
                  <a:srgbClr val="493C89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Hình</a:t>
            </a:r>
            <a:r>
              <a:rPr lang="en-US" sz="2400" b="1" dirty="0" spc="1" kern="0">
                <a:solidFill>
                  <a:srgbClr val="493C89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thành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10477500" y="3028950"/>
            <a:ext cx="6429375" cy="809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57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Vì</a:t>
            </a:r>
            <a:r>
              <a:rPr lang="en-US" sz="2400" dirty="0" spc="-5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sao</a:t>
            </a:r>
            <a:r>
              <a:rPr lang="en-US" sz="2400" dirty="0" spc="-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câu</a:t>
            </a:r>
            <a:r>
              <a:rPr lang="en-US" sz="2400" dirty="0" spc="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</a:t>
            </a:r>
            <a:r>
              <a:rPr lang="en-US" sz="2400" dirty="0" spc="-8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xuất</a:t>
            </a:r>
            <a:r>
              <a:rPr lang="en-US" sz="2400" dirty="0" spc="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hiện?</a:t>
            </a:r>
            <a:endParaRPr lang="en-US" sz="2400" dirty="0"/>
          </a:p>
        </p:txBody>
      </p:sp>
      <p:sp>
        <p:nvSpPr>
          <p:cNvPr id="10" name="Shape 7"/>
          <p:cNvSpPr/>
          <p:nvPr/>
        </p:nvSpPr>
        <p:spPr>
          <a:xfrm>
            <a:off x="6953250" y="4095750"/>
            <a:ext cx="10287000" cy="1047750"/>
          </a:xfrm>
          <a:prstGeom prst="roundRect">
            <a:avLst>
              <a:gd name="adj" fmla="val 10909"/>
            </a:avLst>
          </a:prstGeom>
          <a:solidFill>
            <a:srgbClr val="EDE8F5"/>
          </a:solidFill>
          <a:ln/>
        </p:spPr>
      </p:sp>
      <p:sp>
        <p:nvSpPr>
          <p:cNvPr id="11" name="Text 8"/>
          <p:cNvSpPr/>
          <p:nvPr/>
        </p:nvSpPr>
        <p:spPr>
          <a:xfrm>
            <a:off x="7239000" y="4286250"/>
            <a:ext cx="295275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 spc="-3" kern="0">
                <a:solidFill>
                  <a:srgbClr val="493C89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Đánh</a:t>
            </a:r>
            <a:r>
              <a:rPr lang="en-US" sz="2400" b="1" dirty="0" spc="-1" kern="0">
                <a:solidFill>
                  <a:srgbClr val="493C89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giá</a:t>
            </a:r>
            <a:endParaRPr lang="en-US" sz="2400" dirty="0"/>
          </a:p>
        </p:txBody>
      </p:sp>
      <p:sp>
        <p:nvSpPr>
          <p:cNvPr id="12" name="Text 9"/>
          <p:cNvSpPr/>
          <p:nvPr/>
        </p:nvSpPr>
        <p:spPr>
          <a:xfrm>
            <a:off x="10477500" y="4267200"/>
            <a:ext cx="6429375" cy="809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2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Dữ</a:t>
            </a:r>
            <a:r>
              <a:rPr lang="en-US" sz="2400" dirty="0" spc="-2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400" dirty="0" spc="3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</a:t>
            </a:r>
            <a:r>
              <a:rPr lang="en-US" sz="2400" dirty="0" spc="2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phân</a:t>
            </a:r>
            <a:r>
              <a:rPr lang="en-US" sz="2400" dirty="0" spc="-5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biệt</a:t>
            </a:r>
            <a:r>
              <a:rPr lang="en-US" sz="2400" dirty="0" spc="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câu</a:t>
            </a:r>
            <a:r>
              <a:rPr lang="en-US" sz="2400" dirty="0" spc="-2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2400" dirty="0" spc="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lời?</a:t>
            </a:r>
            <a:endParaRPr lang="en-US" sz="2400" dirty="0"/>
          </a:p>
        </p:txBody>
      </p:sp>
      <p:sp>
        <p:nvSpPr>
          <p:cNvPr id="13" name="Shape 10"/>
          <p:cNvSpPr/>
          <p:nvPr/>
        </p:nvSpPr>
        <p:spPr>
          <a:xfrm>
            <a:off x="6953250" y="5334000"/>
            <a:ext cx="10287000" cy="1047750"/>
          </a:xfrm>
          <a:prstGeom prst="roundRect">
            <a:avLst>
              <a:gd name="adj" fmla="val 10909"/>
            </a:avLst>
          </a:prstGeom>
          <a:solidFill>
            <a:srgbClr val="EDE8F5"/>
          </a:solidFill>
          <a:ln/>
        </p:spPr>
      </p:sp>
      <p:sp>
        <p:nvSpPr>
          <p:cNvPr id="14" name="Text 11"/>
          <p:cNvSpPr/>
          <p:nvPr/>
        </p:nvSpPr>
        <p:spPr>
          <a:xfrm>
            <a:off x="7239000" y="5524500"/>
            <a:ext cx="295275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 spc="1" kern="0">
                <a:solidFill>
                  <a:srgbClr val="493C89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Không</a:t>
            </a:r>
            <a:r>
              <a:rPr lang="en-US" sz="2400" b="1" dirty="0" spc="-9" kern="0">
                <a:solidFill>
                  <a:srgbClr val="493C89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tráo</a:t>
            </a:r>
            <a:r>
              <a:rPr lang="en-US" sz="2400" b="1" dirty="0" spc="1" kern="0">
                <a:solidFill>
                  <a:srgbClr val="493C89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đổi</a:t>
            </a:r>
            <a:endParaRPr lang="en-US" sz="2400" dirty="0"/>
          </a:p>
        </p:txBody>
      </p:sp>
      <p:sp>
        <p:nvSpPr>
          <p:cNvPr id="15" name="Text 12"/>
          <p:cNvSpPr/>
          <p:nvPr/>
        </p:nvSpPr>
        <p:spPr>
          <a:xfrm>
            <a:off x="10477500" y="5505450"/>
            <a:ext cx="6429375" cy="809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-3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Tiểu</a:t>
            </a:r>
            <a:r>
              <a:rPr lang="en-US" sz="2400" dirty="0" spc="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sử không</a:t>
            </a:r>
            <a:r>
              <a:rPr lang="en-US" sz="2400" dirty="0" spc="-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bảo</a:t>
            </a:r>
            <a:r>
              <a:rPr lang="en-US" sz="2400" dirty="0" spc="2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lãnh</a:t>
            </a:r>
            <a:r>
              <a:rPr lang="en-US" sz="2400" dirty="0" spc="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cơ</a:t>
            </a:r>
            <a:r>
              <a:rPr lang="en-US" sz="2400" dirty="0" spc="-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chế.</a:t>
            </a:r>
            <a:endParaRPr lang="en-US" sz="2400" dirty="0"/>
          </a:p>
        </p:txBody>
      </p:sp>
      <p:sp>
        <p:nvSpPr>
          <p:cNvPr id="16" name="Connector line-1792822551787-290852507"/>
          <p:cNvSpPr/>
          <p:nvPr/>
        </p:nvSpPr>
        <p:spPr>
          <a:xfrm>
            <a:off x="4667250" y="4714875"/>
            <a:ext cx="1238250" cy="0"/>
          </a:xfrm>
          <a:prstGeom prst="line">
            <a:avLst/>
          </a:prstGeom>
          <a:noFill/>
          <a:ln w="28575">
            <a:solidFill>
              <a:srgbClr val="493C89"/>
            </a:solidFill>
            <a:prstDash val="solid"/>
            <a:headEnd type="none"/>
            <a:tailEnd type="none"/>
          </a:ln>
        </p:spPr>
      </p:sp>
      <p:sp>
        <p:nvSpPr>
          <p:cNvPr id="17" name="Connector line-1792822551787-812481085"/>
          <p:cNvSpPr/>
          <p:nvPr/>
        </p:nvSpPr>
        <p:spPr>
          <a:xfrm>
            <a:off x="5905500" y="3381375"/>
            <a:ext cx="0" cy="2476500"/>
          </a:xfrm>
          <a:prstGeom prst="line">
            <a:avLst/>
          </a:prstGeom>
          <a:noFill/>
          <a:ln w="28575">
            <a:solidFill>
              <a:srgbClr val="493C89"/>
            </a:solidFill>
            <a:prstDash val="solid"/>
            <a:headEnd type="none"/>
            <a:tailEnd type="none"/>
          </a:ln>
        </p:spPr>
      </p:sp>
      <p:sp>
        <p:nvSpPr>
          <p:cNvPr id="18" name="Connector line-1792822551787-174147207"/>
          <p:cNvSpPr/>
          <p:nvPr/>
        </p:nvSpPr>
        <p:spPr>
          <a:xfrm>
            <a:off x="5905500" y="3381375"/>
            <a:ext cx="1047750" cy="0"/>
          </a:xfrm>
          <a:prstGeom prst="line">
            <a:avLst/>
          </a:prstGeom>
          <a:noFill/>
          <a:ln w="28575">
            <a:solidFill>
              <a:srgbClr val="493C89"/>
            </a:solidFill>
            <a:prstDash val="solid"/>
            <a:headEnd type="none"/>
            <a:tailEnd type="triangle" w="lg" len="lg"/>
          </a:ln>
        </p:spPr>
      </p:sp>
      <p:sp>
        <p:nvSpPr>
          <p:cNvPr id="19" name="Connector line-1792822551787-137807101"/>
          <p:cNvSpPr/>
          <p:nvPr/>
        </p:nvSpPr>
        <p:spPr>
          <a:xfrm>
            <a:off x="5905500" y="4619625"/>
            <a:ext cx="1047750" cy="0"/>
          </a:xfrm>
          <a:prstGeom prst="line">
            <a:avLst/>
          </a:prstGeom>
          <a:noFill/>
          <a:ln w="28575">
            <a:solidFill>
              <a:srgbClr val="493C89"/>
            </a:solidFill>
            <a:prstDash val="solid"/>
            <a:headEnd type="none"/>
            <a:tailEnd type="triangle" w="lg" len="lg"/>
          </a:ln>
        </p:spPr>
      </p:sp>
      <p:sp>
        <p:nvSpPr>
          <p:cNvPr id="20" name="Connector line-1792822551787-44543506"/>
          <p:cNvSpPr/>
          <p:nvPr/>
        </p:nvSpPr>
        <p:spPr>
          <a:xfrm>
            <a:off x="5905500" y="5857875"/>
            <a:ext cx="1047750" cy="0"/>
          </a:xfrm>
          <a:prstGeom prst="line">
            <a:avLst/>
          </a:prstGeom>
          <a:noFill/>
          <a:ln w="28575">
            <a:solidFill>
              <a:srgbClr val="493C89"/>
            </a:solidFill>
            <a:prstDash val="solid"/>
            <a:headEnd type="none"/>
            <a:tailEnd type="triangle" w="lg" len="lg"/>
          </a:ln>
        </p:spPr>
      </p:sp>
      <p:sp>
        <p:nvSpPr>
          <p:cNvPr id="21" name="Text 18"/>
          <p:cNvSpPr/>
          <p:nvPr/>
        </p:nvSpPr>
        <p:spPr>
          <a:xfrm>
            <a:off x="857250" y="7048500"/>
            <a:ext cx="16383000" cy="209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7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Một</a:t>
            </a:r>
            <a:r>
              <a:rPr lang="en-US" sz="2550" dirty="0" spc="-2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trải</a:t>
            </a:r>
            <a:r>
              <a:rPr lang="en-US" sz="2550" dirty="0" spc="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nghiệm</a:t>
            </a:r>
            <a:r>
              <a:rPr lang="en-US" sz="2550" dirty="0" spc="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quan</a:t>
            </a:r>
            <a:r>
              <a:rPr lang="en-US" sz="2550" dirty="0" spc="-16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trọng</a:t>
            </a:r>
            <a:r>
              <a:rPr lang="en-US" sz="2550" dirty="0" spc="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550" dirty="0" spc="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r>
              <a:rPr lang="en-US" sz="2550" dirty="0" spc="-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giúp</a:t>
            </a:r>
            <a:r>
              <a:rPr lang="en-US" sz="2550" dirty="0" spc="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giải</a:t>
            </a:r>
            <a:r>
              <a:rPr lang="en-US" sz="2550" dirty="0" spc="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thích</a:t>
            </a:r>
            <a:r>
              <a:rPr lang="en-US" sz="2550" dirty="0" spc="-2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vì</a:t>
            </a:r>
            <a:r>
              <a:rPr lang="en-US" sz="2550" dirty="0" spc="-8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sao</a:t>
            </a:r>
            <a:r>
              <a:rPr lang="en-US" sz="2550" dirty="0" spc="-1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tác</a:t>
            </a:r>
            <a:r>
              <a:rPr lang="en-US" sz="2550" dirty="0" spc="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</a:t>
            </a:r>
            <a:r>
              <a:rPr lang="en-US" sz="2550" dirty="0" spc="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quan</a:t>
            </a:r>
            <a:r>
              <a:rPr lang="en-US" sz="2550" dirty="0" spc="-1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tâm</a:t>
            </a:r>
            <a:r>
              <a:rPr lang="en-US" sz="2550" dirty="0" spc="-13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tới</a:t>
            </a:r>
            <a:r>
              <a:rPr lang="en-US" sz="2550" dirty="0" spc="-5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550" dirty="0" spc="-14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vấn</a:t>
            </a:r>
            <a:r>
              <a:rPr lang="en-US" sz="2550" dirty="0" spc="14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đề.</a:t>
            </a:r>
            <a:r>
              <a:rPr lang="en-US" sz="2550" dirty="0" spc="17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Nhưng</a:t>
            </a:r>
            <a:r>
              <a:rPr lang="en-US" sz="2550" dirty="0" spc="2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điều</a:t>
            </a:r>
            <a:r>
              <a:rPr lang="en-US" sz="2550" dirty="0" spc="17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đó</a:t>
            </a:r>
            <a:r>
              <a:rPr lang="en-US" sz="2550" dirty="0" spc="6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</a:t>
            </a:r>
            <a:r>
              <a:rPr lang="en-US" sz="2550" dirty="0" spc="-18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xác</a:t>
            </a:r>
            <a:r>
              <a:rPr lang="en-US" sz="2550" dirty="0" spc="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</a:t>
            </a:r>
            <a:r>
              <a:rPr lang="en-US" sz="2550" dirty="0" spc="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câu</a:t>
            </a:r>
            <a:r>
              <a:rPr lang="en-US" sz="2550" dirty="0" spc="-24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2550" dirty="0" spc="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r>
              <a:rPr lang="en-US" sz="2550" dirty="0" spc="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mà</a:t>
            </a:r>
            <a:r>
              <a:rPr lang="en-US" sz="2550" dirty="0" spc="-1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tác</a:t>
            </a:r>
            <a:r>
              <a:rPr lang="en-US" sz="2550" dirty="0" spc="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</a:t>
            </a:r>
            <a:r>
              <a:rPr lang="en-US" sz="2550" dirty="0" spc="18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đề</a:t>
            </a:r>
            <a:r>
              <a:rPr lang="en-US" sz="2550" dirty="0" spc="-6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xuất.</a:t>
            </a:r>
            <a:r>
              <a:rPr lang="en-US" sz="2550" dirty="0" spc="-5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550" dirty="0" spc="2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câu</a:t>
            </a:r>
            <a:r>
              <a:rPr lang="en-US" sz="2550" dirty="0" spc="-12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chuyện</a:t>
            </a:r>
            <a:r>
              <a:rPr lang="en-US" sz="2550" dirty="0" spc="-19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về</a:t>
            </a:r>
            <a:r>
              <a:rPr lang="en-US" sz="2550" dirty="0" spc="-3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sự</a:t>
            </a:r>
            <a:r>
              <a:rPr lang="en-US" sz="2550" dirty="0" spc="5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trưởng</a:t>
            </a:r>
            <a:r>
              <a:rPr lang="en-US" sz="2550" dirty="0" spc="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thành</a:t>
            </a:r>
            <a:r>
              <a:rPr lang="en-US" sz="2550" dirty="0" spc="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 thể làm</a:t>
            </a:r>
            <a:r>
              <a:rPr lang="en-US" sz="2550" dirty="0" spc="-4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học</a:t>
            </a:r>
            <a:r>
              <a:rPr lang="en-US" sz="2550" dirty="0" spc="-14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thuyết</a:t>
            </a:r>
            <a:r>
              <a:rPr lang="en-US" sz="2550" dirty="0" spc="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dễ</a:t>
            </a:r>
            <a:r>
              <a:rPr lang="en-US" sz="2550" dirty="0" spc="-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nhớ,</a:t>
            </a:r>
            <a:r>
              <a:rPr lang="en-US" sz="2550" dirty="0" spc="1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đồng</a:t>
            </a:r>
            <a:r>
              <a:rPr lang="en-US" sz="2550" dirty="0" spc="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thời khiến</a:t>
            </a:r>
            <a:r>
              <a:rPr lang="en-US" sz="2550" dirty="0" spc="-15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ta</a:t>
            </a:r>
            <a:r>
              <a:rPr lang="en-US" sz="2550" dirty="0" spc="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quên</a:t>
            </a:r>
            <a:r>
              <a:rPr lang="en-US" sz="2550" dirty="0" spc="-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</a:t>
            </a:r>
            <a:r>
              <a:rPr lang="en-US" sz="2550" dirty="0" spc="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</a:t>
            </a:r>
            <a:r>
              <a:rPr lang="en-US" sz="2550" dirty="0" spc="6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550" dirty="0" spc="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kiểm</a:t>
            </a:r>
            <a:r>
              <a:rPr lang="en-US" sz="2550" dirty="0" spc="-25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</a:t>
            </a:r>
            <a:r>
              <a:rPr lang="en-US" sz="2550" dirty="0" spc="2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thế</a:t>
            </a:r>
            <a:r>
              <a:rPr lang="en-US" sz="2550" dirty="0" spc="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nào.</a:t>
            </a:r>
            <a:r>
              <a:rPr lang="en-US" sz="2550" dirty="0" spc="-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2550" dirty="0" spc="-17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tránh</a:t>
            </a:r>
            <a:r>
              <a:rPr lang="en-US" sz="2550" dirty="0" spc="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lẫn</a:t>
            </a:r>
            <a:r>
              <a:rPr lang="en-US" sz="2550" dirty="0" spc="-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lộn,</a:t>
            </a:r>
            <a:r>
              <a:rPr lang="en-US" sz="2550" dirty="0" spc="-1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hãy</a:t>
            </a:r>
            <a:r>
              <a:rPr lang="en-US" sz="2550" dirty="0" spc="2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đặt</a:t>
            </a:r>
            <a:r>
              <a:rPr lang="en-US" sz="2550" dirty="0" spc="-5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550" dirty="0" spc="-6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cột</a:t>
            </a:r>
            <a:r>
              <a:rPr lang="en-US" sz="2550" dirty="0" spc="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550" dirty="0" spc="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lịch</a:t>
            </a:r>
            <a:r>
              <a:rPr lang="en-US" sz="2550" dirty="0" spc="-4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sử</a:t>
            </a:r>
            <a:r>
              <a:rPr lang="en-US" sz="2550" dirty="0" spc="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 thành</a:t>
            </a:r>
            <a:r>
              <a:rPr lang="en-US" sz="2550" dirty="0" spc="-18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dirty="0" spc="-5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550" dirty="0" spc="-6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cột</a:t>
            </a:r>
            <a:r>
              <a:rPr lang="en-US" sz="2550" dirty="0" spc="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550" dirty="0" spc="-2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550" dirty="0" spc="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550" dirty="0" spc="1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đánh</a:t>
            </a:r>
            <a:r>
              <a:rPr lang="en-US" sz="2550" dirty="0" spc="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giá</a:t>
            </a:r>
            <a:r>
              <a:rPr lang="en-US" sz="2550" dirty="0" spc="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mệnh</a:t>
            </a:r>
            <a:r>
              <a:rPr lang="en-US" sz="2550" dirty="0" spc="15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đề.</a:t>
            </a:r>
            <a:endParaRPr lang="en-US" sz="2550" dirty="0"/>
          </a:p>
        </p:txBody>
      </p:sp>
      <p:sp>
        <p:nvSpPr>
          <p:cNvPr id="22" name="Text 19"/>
          <p:cNvSpPr/>
          <p:nvPr/>
        </p:nvSpPr>
        <p:spPr>
          <a:xfrm>
            <a:off x="762000" y="9525000"/>
            <a:ext cx="16383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25" dirty="0" spc="2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J01</a:t>
            </a:r>
            <a:r>
              <a:rPr lang="en-US" sz="1725" dirty="0" spc="-1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 ·</a:t>
            </a:r>
            <a:r>
              <a:rPr lang="en-US" sz="1725" dirty="0" spc="-17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Lập</a:t>
            </a:r>
            <a:r>
              <a:rPr lang="en-US" sz="1725" dirty="0" spc="0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luận</a:t>
            </a:r>
            <a:r>
              <a:rPr lang="en-US" sz="1725" dirty="0" spc="4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phương</a:t>
            </a:r>
            <a:r>
              <a:rPr lang="en-US" sz="1725" dirty="0" spc="1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pháp</a:t>
            </a:r>
            <a:endParaRPr lang="en-US" sz="1725" dirty="0"/>
          </a:p>
        </p:txBody>
      </p:sp>
      <p:sp>
        <p:nvSpPr>
          <p:cNvPr id="23" name="Text 20"/>
          <p:cNvSpPr/>
          <p:nvPr/>
        </p:nvSpPr>
        <p:spPr>
          <a:xfrm>
            <a:off x="762000" y="9953625"/>
            <a:ext cx="157162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2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J01</a:t>
            </a:r>
            <a:r>
              <a:rPr lang="en-US" sz="1650" dirty="0" spc="0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Visual edition</a:t>
            </a:r>
            <a:r>
              <a:rPr lang="en-US" sz="1650" dirty="0" spc="1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6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16/40</a:t>
            </a:r>
            <a:endParaRPr lang="en-US" sz="1650" dirty="0"/>
          </a:p>
        </p:txBody>
      </p:sp>
      <p:sp>
        <p:nvSpPr>
          <p:cNvPr id="24" name="Shape 2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5" name="Moda image moda-export-watermark-34c1ac22-ae5b-4e52-8479-9b34724206a2" descr="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241F3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76250"/>
            <a:ext cx="153352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>
                <a:solidFill>
                  <a:srgbClr val="C8BDE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⚙️ D · CƠ CHẾ ĐƯỢC ĐỀ XUẤT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762000" y="1143000"/>
            <a:ext cx="16764000" cy="1476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500" b="1" dirty="0" spc="1" kern="0">
                <a:solidFill>
                  <a:srgbClr val="F5F0E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Năm</a:t>
            </a:r>
            <a:r>
              <a:rPr lang="en-US" sz="4500" b="1" dirty="0" spc="-39" kern="0">
                <a:solidFill>
                  <a:srgbClr val="F5F0E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bước:</a:t>
            </a:r>
            <a:r>
              <a:rPr lang="en-US" sz="4500" b="1" dirty="0" spc="-9" kern="0">
                <a:solidFill>
                  <a:srgbClr val="F5F0E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một</a:t>
            </a:r>
            <a:r>
              <a:rPr lang="en-US" sz="4500" b="1" dirty="0" spc="1" kern="0">
                <a:solidFill>
                  <a:srgbClr val="F5F0E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mô</a:t>
            </a:r>
            <a:r>
              <a:rPr lang="en-US" sz="4500" b="1" dirty="0" spc="-6" kern="0">
                <a:solidFill>
                  <a:srgbClr val="F5F0E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hình</a:t>
            </a:r>
            <a:r>
              <a:rPr lang="en-US" sz="4500" b="1" dirty="0" spc="10" kern="0">
                <a:solidFill>
                  <a:srgbClr val="F5F0E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để</a:t>
            </a:r>
            <a:r>
              <a:rPr lang="en-US" sz="4500" b="1" dirty="0" spc="3" kern="0">
                <a:solidFill>
                  <a:srgbClr val="F5F0E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đặt câu</a:t>
            </a:r>
            <a:r>
              <a:rPr lang="en-US" sz="4500" b="1" dirty="0" spc="0" kern="0">
                <a:solidFill>
                  <a:srgbClr val="F5F0E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hỏi</a:t>
            </a:r>
            <a:endParaRPr lang="en-US" sz="4500" dirty="0"/>
          </a:p>
        </p:txBody>
      </p:sp>
      <p:pic>
        <p:nvPicPr>
          <p:cNvPr id="4" name="Moda flattened rect-1792822555293-19118676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602075" y="409575"/>
            <a:ext cx="590550" cy="59055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62000" y="3048000"/>
            <a:ext cx="5238750" cy="3143250"/>
          </a:xfrm>
          <a:prstGeom prst="roundRect">
            <a:avLst>
              <a:gd name="adj" fmla="val 3636"/>
            </a:avLst>
          </a:prstGeom>
          <a:solidFill>
            <a:srgbClr val="38304F"/>
          </a:solidFill>
          <a:ln/>
        </p:spPr>
      </p:sp>
      <p:sp>
        <p:nvSpPr>
          <p:cNvPr id="6" name="Text 3"/>
          <p:cNvSpPr/>
          <p:nvPr/>
        </p:nvSpPr>
        <p:spPr>
          <a:xfrm>
            <a:off x="990600" y="3238500"/>
            <a:ext cx="85725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 spc="-9" kern="0">
                <a:solidFill>
                  <a:srgbClr val="C8BDEE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01</a:t>
            </a:r>
            <a:endParaRPr lang="en-US" sz="2850" dirty="0"/>
          </a:p>
        </p:txBody>
      </p:sp>
      <p:sp>
        <p:nvSpPr>
          <p:cNvPr id="7" name="Text 4"/>
          <p:cNvSpPr/>
          <p:nvPr/>
        </p:nvSpPr>
        <p:spPr>
          <a:xfrm>
            <a:off x="1857375" y="3295650"/>
            <a:ext cx="3857625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75" b="1" dirty="0" spc="-27" kern="0">
                <a:solidFill>
                  <a:srgbClr val="C8BDEE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1–2</a:t>
            </a:r>
            <a:endParaRPr lang="en-US" sz="2475" dirty="0"/>
          </a:p>
        </p:txBody>
      </p:sp>
      <p:sp>
        <p:nvSpPr>
          <p:cNvPr id="8" name="Text 5"/>
          <p:cNvSpPr/>
          <p:nvPr/>
        </p:nvSpPr>
        <p:spPr>
          <a:xfrm>
            <a:off x="1047750" y="4238625"/>
            <a:ext cx="4667250" cy="1857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75" dirty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Lập trường → điều không khớp.</a:t>
            </a:r>
            <a:endParaRPr lang="en-US" sz="2475" dirty="0"/>
          </a:p>
        </p:txBody>
      </p:sp>
      <p:sp>
        <p:nvSpPr>
          <p:cNvPr id="9" name="Connector line-1792822555299-377715499"/>
          <p:cNvSpPr/>
          <p:nvPr/>
        </p:nvSpPr>
        <p:spPr>
          <a:xfrm>
            <a:off x="6000750" y="4619625"/>
            <a:ext cx="381000" cy="0"/>
          </a:xfrm>
          <a:prstGeom prst="line">
            <a:avLst/>
          </a:prstGeom>
          <a:noFill/>
          <a:ln w="28575">
            <a:solidFill>
              <a:srgbClr val="C8BDEE"/>
            </a:solidFill>
            <a:prstDash val="solid"/>
            <a:headEnd type="none"/>
            <a:tailEnd type="triangle" w="lg" len="lg"/>
          </a:ln>
        </p:spPr>
      </p:sp>
      <p:sp>
        <p:nvSpPr>
          <p:cNvPr id="10" name="Shape 7"/>
          <p:cNvSpPr/>
          <p:nvPr/>
        </p:nvSpPr>
        <p:spPr>
          <a:xfrm>
            <a:off x="6381750" y="3048000"/>
            <a:ext cx="5238750" cy="3143250"/>
          </a:xfrm>
          <a:prstGeom prst="roundRect">
            <a:avLst>
              <a:gd name="adj" fmla="val 3636"/>
            </a:avLst>
          </a:prstGeom>
          <a:solidFill>
            <a:srgbClr val="38304F"/>
          </a:solidFill>
          <a:ln/>
        </p:spPr>
      </p:sp>
      <p:sp>
        <p:nvSpPr>
          <p:cNvPr id="11" name="Text 8"/>
          <p:cNvSpPr/>
          <p:nvPr/>
        </p:nvSpPr>
        <p:spPr>
          <a:xfrm>
            <a:off x="6610350" y="3238500"/>
            <a:ext cx="85725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 spc="-3" kern="0">
                <a:solidFill>
                  <a:srgbClr val="C8BDEE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02</a:t>
            </a:r>
            <a:endParaRPr lang="en-US" sz="2850" dirty="0"/>
          </a:p>
        </p:txBody>
      </p:sp>
      <p:sp>
        <p:nvSpPr>
          <p:cNvPr id="12" name="Text 9"/>
          <p:cNvSpPr/>
          <p:nvPr/>
        </p:nvSpPr>
        <p:spPr>
          <a:xfrm>
            <a:off x="7477125" y="3295650"/>
            <a:ext cx="3857625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75" b="1" dirty="0" spc="3" kern="0">
                <a:solidFill>
                  <a:srgbClr val="C8BDEE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3</a:t>
            </a:r>
            <a:endParaRPr lang="en-US" sz="2475" dirty="0"/>
          </a:p>
        </p:txBody>
      </p:sp>
      <p:sp>
        <p:nvSpPr>
          <p:cNvPr id="13" name="Text 10"/>
          <p:cNvSpPr/>
          <p:nvPr/>
        </p:nvSpPr>
        <p:spPr>
          <a:xfrm>
            <a:off x="6667500" y="4238625"/>
            <a:ext cx="4667250" cy="1857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75" dirty="0" spc="-16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Đặt</a:t>
            </a:r>
            <a:r>
              <a:rPr lang="en-US" sz="2475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</a:t>
            </a:r>
            <a:r>
              <a:rPr lang="en-US" sz="2475" dirty="0" spc="-17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thuyết</a:t>
            </a:r>
            <a:r>
              <a:rPr lang="en-US" sz="2475" dirty="0" spc="-19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về</a:t>
            </a:r>
            <a:r>
              <a:rPr lang="en-US" sz="2475" dirty="0" spc="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phần</a:t>
            </a:r>
            <a:r>
              <a:rPr lang="en-US" sz="2475" dirty="0" spc="-5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bỏ</a:t>
            </a:r>
            <a:r>
              <a:rPr lang="en-US" sz="2475" dirty="0" spc="-14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sót.</a:t>
            </a:r>
            <a:endParaRPr lang="en-US" sz="2475" dirty="0"/>
          </a:p>
        </p:txBody>
      </p:sp>
      <p:sp>
        <p:nvSpPr>
          <p:cNvPr id="14" name="Connector line-1792822555302-955686789"/>
          <p:cNvSpPr/>
          <p:nvPr/>
        </p:nvSpPr>
        <p:spPr>
          <a:xfrm>
            <a:off x="11620500" y="4619625"/>
            <a:ext cx="381000" cy="0"/>
          </a:xfrm>
          <a:prstGeom prst="line">
            <a:avLst/>
          </a:prstGeom>
          <a:noFill/>
          <a:ln w="28575">
            <a:solidFill>
              <a:srgbClr val="C8BDEE"/>
            </a:solidFill>
            <a:prstDash val="solid"/>
            <a:headEnd type="none"/>
            <a:tailEnd type="triangle" w="lg" len="lg"/>
          </a:ln>
        </p:spPr>
      </p:sp>
      <p:sp>
        <p:nvSpPr>
          <p:cNvPr id="15" name="Shape 12"/>
          <p:cNvSpPr/>
          <p:nvPr/>
        </p:nvSpPr>
        <p:spPr>
          <a:xfrm>
            <a:off x="12001500" y="3048000"/>
            <a:ext cx="5238750" cy="3143250"/>
          </a:xfrm>
          <a:prstGeom prst="roundRect">
            <a:avLst>
              <a:gd name="adj" fmla="val 3636"/>
            </a:avLst>
          </a:prstGeom>
          <a:solidFill>
            <a:srgbClr val="38304F"/>
          </a:solidFill>
          <a:ln/>
        </p:spPr>
      </p:sp>
      <p:sp>
        <p:nvSpPr>
          <p:cNvPr id="16" name="Text 13"/>
          <p:cNvSpPr/>
          <p:nvPr/>
        </p:nvSpPr>
        <p:spPr>
          <a:xfrm>
            <a:off x="12230100" y="3238500"/>
            <a:ext cx="85725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 spc="-5" kern="0">
                <a:solidFill>
                  <a:srgbClr val="C8BDEE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03</a:t>
            </a:r>
            <a:endParaRPr lang="en-US" sz="2850" dirty="0"/>
          </a:p>
        </p:txBody>
      </p:sp>
      <p:sp>
        <p:nvSpPr>
          <p:cNvPr id="17" name="Text 14"/>
          <p:cNvSpPr/>
          <p:nvPr/>
        </p:nvSpPr>
        <p:spPr>
          <a:xfrm>
            <a:off x="13096875" y="3295650"/>
            <a:ext cx="3857625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75" b="1" dirty="0" spc="-6" kern="0">
                <a:solidFill>
                  <a:srgbClr val="C8BDEE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4–5</a:t>
            </a:r>
            <a:endParaRPr lang="en-US" sz="2475" dirty="0"/>
          </a:p>
        </p:txBody>
      </p:sp>
      <p:sp>
        <p:nvSpPr>
          <p:cNvPr id="18" name="Text 15"/>
          <p:cNvSpPr/>
          <p:nvPr/>
        </p:nvSpPr>
        <p:spPr>
          <a:xfrm>
            <a:off x="12287250" y="4238625"/>
            <a:ext cx="4667250" cy="1857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75" dirty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Kiểm bối cảnh → sửa cách hiểu.</a:t>
            </a:r>
            <a:endParaRPr lang="en-US" sz="2475" dirty="0"/>
          </a:p>
        </p:txBody>
      </p:sp>
      <p:sp>
        <p:nvSpPr>
          <p:cNvPr id="19" name="Text 16"/>
          <p:cNvSpPr/>
          <p:nvPr/>
        </p:nvSpPr>
        <p:spPr>
          <a:xfrm>
            <a:off x="857250" y="7048500"/>
            <a:ext cx="16383000" cy="209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Chuỗi</a:t>
            </a:r>
            <a:r>
              <a:rPr lang="en-US" sz="2550" dirty="0" spc="-1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này</a:t>
            </a:r>
            <a:r>
              <a:rPr lang="en-US" sz="2550" dirty="0" spc="-1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tái</a:t>
            </a:r>
            <a:r>
              <a:rPr lang="en-US" sz="2550" dirty="0" spc="2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dựng</a:t>
            </a:r>
            <a:r>
              <a:rPr lang="en-US" sz="2550" dirty="0" spc="-6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55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cách</a:t>
            </a:r>
            <a:r>
              <a:rPr lang="en-US" sz="2550" dirty="0" spc="-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</a:t>
            </a:r>
            <a:r>
              <a:rPr lang="en-US" sz="2550" dirty="0" spc="-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2550" dirty="0" spc="2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r>
              <a:rPr lang="en-US" sz="2550" dirty="0" spc="5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hướng</a:t>
            </a:r>
            <a:r>
              <a:rPr lang="en-US" sz="255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Jungian:</a:t>
            </a:r>
            <a:r>
              <a:rPr lang="en-US" sz="255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255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lập</a:t>
            </a:r>
            <a:r>
              <a:rPr lang="en-US" sz="2550" dirty="0" spc="5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trường</a:t>
            </a:r>
            <a:r>
              <a:rPr lang="en-US" sz="255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ý</a:t>
            </a:r>
            <a:r>
              <a:rPr lang="en-US" sz="2550" dirty="0" spc="5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thức,</a:t>
            </a:r>
            <a:r>
              <a:rPr lang="en-US" sz="2550" dirty="0" spc="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</a:t>
            </a:r>
            <a:r>
              <a:rPr lang="en-US" sz="2550" dirty="0" spc="-2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trải</a:t>
            </a:r>
            <a:r>
              <a:rPr lang="en-US" sz="255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nghiệm</a:t>
            </a:r>
            <a:r>
              <a:rPr lang="en-US" sz="255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55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khớp,</a:t>
            </a:r>
            <a:r>
              <a:rPr lang="en-US" sz="2550" dirty="0" spc="-13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tới</a:t>
            </a:r>
            <a:r>
              <a:rPr lang="en-US" sz="255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</a:t>
            </a:r>
            <a:r>
              <a:rPr lang="en-US" sz="2550" dirty="0" spc="-14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thuyết</a:t>
            </a:r>
            <a:r>
              <a:rPr lang="en-US" sz="2550" dirty="0" spc="-19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về</a:t>
            </a:r>
            <a:r>
              <a:rPr lang="en-US" sz="255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phần</a:t>
            </a:r>
            <a:r>
              <a:rPr lang="en-US" sz="255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bị</a:t>
            </a:r>
            <a:r>
              <a:rPr lang="en-US" sz="2550" dirty="0" spc="-5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bỏ</a:t>
            </a:r>
            <a:r>
              <a:rPr lang="en-US" sz="2550" dirty="0" spc="-13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sót</a:t>
            </a:r>
            <a:r>
              <a:rPr lang="en-US" sz="2550" dirty="0" spc="-18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dirty="0" spc="-4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</a:t>
            </a:r>
            <a:r>
              <a:rPr lang="en-US" sz="2550" dirty="0" spc="2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điều</a:t>
            </a:r>
            <a:r>
              <a:rPr lang="en-US" sz="255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chỉnh cách</a:t>
            </a:r>
            <a:r>
              <a:rPr lang="en-US" sz="2550" dirty="0" spc="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hiểu.</a:t>
            </a:r>
            <a:r>
              <a:rPr lang="en-US" sz="2550" dirty="0" spc="-1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Đây</a:t>
            </a:r>
            <a:r>
              <a:rPr lang="en-US" sz="255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55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mô</a:t>
            </a:r>
            <a:r>
              <a:rPr lang="en-US" sz="255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 giảng</a:t>
            </a:r>
            <a:r>
              <a:rPr lang="en-US" sz="2550" dirty="0" spc="-8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dạy,</a:t>
            </a:r>
            <a:r>
              <a:rPr lang="en-US" sz="255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55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 cơ chế</a:t>
            </a:r>
            <a:r>
              <a:rPr lang="en-US" sz="2550" dirty="0" spc="-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sinh</a:t>
            </a:r>
            <a:r>
              <a:rPr lang="en-US" sz="2550" dirty="0" spc="-3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học</a:t>
            </a:r>
            <a:r>
              <a:rPr lang="en-US" sz="2550" dirty="0" spc="17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2550" dirty="0" spc="7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550" dirty="0" spc="-19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xác</a:t>
            </a:r>
            <a:r>
              <a:rPr lang="en-US" sz="255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</a:t>
            </a:r>
            <a:r>
              <a:rPr lang="en-US" sz="2550" dirty="0" spc="-19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55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55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chẩn</a:t>
            </a:r>
            <a:r>
              <a:rPr lang="en-US" sz="2550" dirty="0" spc="8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đoán</a:t>
            </a:r>
            <a:r>
              <a:rPr lang="en-US" sz="2550" dirty="0" spc="-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</a:t>
            </a:r>
            <a:r>
              <a:rPr lang="en-US" sz="2550" dirty="0" spc="-1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tác</a:t>
            </a:r>
            <a:r>
              <a:rPr lang="en-US" sz="255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giả.</a:t>
            </a:r>
            <a:r>
              <a:rPr lang="en-US" sz="2550" dirty="0" spc="-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Giá</a:t>
            </a:r>
            <a:r>
              <a:rPr lang="en-US" sz="2550" dirty="0" spc="15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trị</a:t>
            </a:r>
            <a:r>
              <a:rPr lang="en-US" sz="2550" dirty="0" spc="14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đầu</a:t>
            </a:r>
            <a:r>
              <a:rPr lang="en-US" sz="255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tiên</a:t>
            </a:r>
            <a:r>
              <a:rPr lang="en-US" sz="2550" dirty="0" spc="-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55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 là</a:t>
            </a:r>
            <a:r>
              <a:rPr lang="en-US" sz="2550" dirty="0" spc="-1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tạo</a:t>
            </a:r>
            <a:r>
              <a:rPr lang="en-US" sz="2550" dirty="0" spc="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câu</a:t>
            </a:r>
            <a:r>
              <a:rPr lang="en-US" sz="2550" dirty="0" spc="-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hỏi;</a:t>
            </a:r>
            <a:r>
              <a:rPr lang="en-US" sz="2550" dirty="0" spc="-4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</a:t>
            </a:r>
            <a:r>
              <a:rPr lang="en-US" sz="2550" dirty="0" spc="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câu</a:t>
            </a:r>
            <a:r>
              <a:rPr lang="en-US" sz="2550" dirty="0" spc="-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</a:t>
            </a:r>
            <a:r>
              <a:rPr lang="en-US" sz="255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 dẫn</a:t>
            </a:r>
            <a:r>
              <a:rPr lang="en-US" sz="2550" dirty="0" spc="-1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tới</a:t>
            </a:r>
            <a:r>
              <a:rPr lang="en-US" sz="2550" dirty="0" spc="-33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255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luận</a:t>
            </a:r>
            <a:r>
              <a:rPr lang="en-US" sz="2550" dirty="0" spc="-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đúng</a:t>
            </a:r>
            <a:r>
              <a:rPr lang="en-US" sz="2550" dirty="0" spc="-14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vẫn</a:t>
            </a:r>
            <a:r>
              <a:rPr lang="en-US" sz="255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2550" dirty="0" spc="-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55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kiện</a:t>
            </a:r>
            <a:r>
              <a:rPr lang="en-US" sz="2550" dirty="0" spc="-18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phản biện.</a:t>
            </a:r>
            <a:endParaRPr lang="en-US" sz="2550" dirty="0"/>
          </a:p>
        </p:txBody>
      </p:sp>
      <p:sp>
        <p:nvSpPr>
          <p:cNvPr id="20" name="Text 17"/>
          <p:cNvSpPr/>
          <p:nvPr/>
        </p:nvSpPr>
        <p:spPr>
          <a:xfrm>
            <a:off x="762000" y="9525000"/>
            <a:ext cx="16383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25" dirty="0" spc="-1" kern="0">
                <a:solidFill>
                  <a:srgbClr val="C8BDE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[S2;</a:t>
            </a:r>
            <a:r>
              <a:rPr lang="en-US" sz="1725" dirty="0" spc="-2" kern="0">
                <a:solidFill>
                  <a:srgbClr val="C8BDE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S9]</a:t>
            </a:r>
            <a:r>
              <a:rPr lang="en-US" sz="1725" dirty="0" spc="16" kern="0">
                <a:solidFill>
                  <a:srgbClr val="C8BDE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r>
              <a:rPr lang="en-US" sz="1725" dirty="0" spc="5" kern="0">
                <a:solidFill>
                  <a:srgbClr val="C8BDE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hướng</a:t>
            </a:r>
            <a:r>
              <a:rPr lang="en-US" sz="1725" dirty="0" spc="-1" kern="0">
                <a:solidFill>
                  <a:srgbClr val="C8BDE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individuation ·</a:t>
            </a:r>
            <a:r>
              <a:rPr lang="en-US" sz="1725" dirty="0" spc="1" kern="0">
                <a:solidFill>
                  <a:srgbClr val="C8BDE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J01 D</a:t>
            </a:r>
            <a:r>
              <a:rPr lang="en-US" sz="1725" dirty="0" spc="-7" kern="0">
                <a:solidFill>
                  <a:srgbClr val="C8BDE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tái</a:t>
            </a:r>
            <a:r>
              <a:rPr lang="en-US" sz="1725" dirty="0" spc="11" kern="0">
                <a:solidFill>
                  <a:srgbClr val="C8BDE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dựng</a:t>
            </a:r>
            <a:endParaRPr lang="en-US" sz="1725" dirty="0"/>
          </a:p>
        </p:txBody>
      </p:sp>
      <p:sp>
        <p:nvSpPr>
          <p:cNvPr id="21" name="Text 18"/>
          <p:cNvSpPr/>
          <p:nvPr/>
        </p:nvSpPr>
        <p:spPr>
          <a:xfrm>
            <a:off x="762000" y="9953625"/>
            <a:ext cx="157162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2" kern="0">
                <a:solidFill>
                  <a:srgbClr val="C8BDE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J01</a:t>
            </a:r>
            <a:r>
              <a:rPr lang="en-US" sz="1650" dirty="0" spc="0" kern="0">
                <a:solidFill>
                  <a:srgbClr val="C8BDE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" kern="0">
                <a:solidFill>
                  <a:srgbClr val="C8BDE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Visual edition</a:t>
            </a:r>
            <a:r>
              <a:rPr lang="en-US" sz="1650" dirty="0" spc="1" kern="0">
                <a:solidFill>
                  <a:srgbClr val="C8BDE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26" kern="0">
                <a:solidFill>
                  <a:srgbClr val="C8BDE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17/40</a:t>
            </a:r>
            <a:endParaRPr lang="en-US" sz="1650" dirty="0"/>
          </a:p>
        </p:txBody>
      </p:sp>
      <p:sp>
        <p:nvSpPr>
          <p:cNvPr id="22" name="Shape 19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3" name="Moda image moda-export-watermark-664e3ad9-4a44-44fc-b3bf-4451d895a404" descr="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76250"/>
            <a:ext cx="153352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⚙️ D · LẬP TRƯỜNG VÀ CĂNG THẲNG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762000" y="1143000"/>
            <a:ext cx="16764000" cy="1476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500" b="1" dirty="0" spc="-65" kern="0">
                <a:solidFill>
                  <a:srgbClr val="20242A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Bước</a:t>
            </a:r>
            <a:r>
              <a:rPr lang="en-US" sz="4500" b="1" dirty="0" spc="-3" kern="0">
                <a:solidFill>
                  <a:srgbClr val="20242A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1–3:</a:t>
            </a:r>
            <a:r>
              <a:rPr lang="en-US" sz="4500" b="1" dirty="0" spc="16" kern="0">
                <a:solidFill>
                  <a:srgbClr val="20242A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điều</a:t>
            </a:r>
            <a:r>
              <a:rPr lang="en-US" sz="4500" b="1" dirty="0" spc="2" kern="0">
                <a:solidFill>
                  <a:srgbClr val="20242A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không</a:t>
            </a:r>
            <a:r>
              <a:rPr lang="en-US" sz="4500" b="1" dirty="0" spc="-17" kern="0">
                <a:solidFill>
                  <a:srgbClr val="20242A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khớp</a:t>
            </a:r>
            <a:r>
              <a:rPr lang="en-US" sz="4500" b="1" dirty="0" spc="2" kern="0">
                <a:solidFill>
                  <a:srgbClr val="20242A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không chỉ có</a:t>
            </a:r>
            <a:r>
              <a:rPr lang="en-US" sz="4500" b="1" dirty="0" spc="-9" kern="0">
                <a:solidFill>
                  <a:srgbClr val="20242A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một</a:t>
            </a:r>
            <a:r>
              <a:rPr lang="en-US" sz="4500" b="1" dirty="0" spc="1" kern="0">
                <a:solidFill>
                  <a:srgbClr val="20242A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nghĩa</a:t>
            </a:r>
            <a:endParaRPr lang="en-US" sz="4500" dirty="0"/>
          </a:p>
        </p:txBody>
      </p:sp>
      <p:pic>
        <p:nvPicPr>
          <p:cNvPr id="4" name="Moda flattened rect-1792822559160-537898383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602075" y="409575"/>
            <a:ext cx="590550" cy="59055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62000" y="2857500"/>
            <a:ext cx="5238750" cy="2667000"/>
          </a:xfrm>
          <a:prstGeom prst="roundRect">
            <a:avLst>
              <a:gd name="adj" fmla="val 4286"/>
            </a:avLst>
          </a:prstGeom>
          <a:solidFill>
            <a:srgbClr val="EDE8F5"/>
          </a:solidFill>
          <a:ln/>
        </p:spPr>
      </p:sp>
      <p:sp>
        <p:nvSpPr>
          <p:cNvPr id="6" name="Text 3"/>
          <p:cNvSpPr/>
          <p:nvPr/>
        </p:nvSpPr>
        <p:spPr>
          <a:xfrm>
            <a:off x="990600" y="3048000"/>
            <a:ext cx="85725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 kern="0">
                <a:solidFill>
                  <a:srgbClr val="493C89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1</a:t>
            </a:r>
            <a:endParaRPr lang="en-US" sz="2850" dirty="0"/>
          </a:p>
        </p:txBody>
      </p:sp>
      <p:sp>
        <p:nvSpPr>
          <p:cNvPr id="7" name="Text 4"/>
          <p:cNvSpPr/>
          <p:nvPr/>
        </p:nvSpPr>
        <p:spPr>
          <a:xfrm>
            <a:off x="1857375" y="3105150"/>
            <a:ext cx="3857625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75" b="1" dirty="0" spc="-35" kern="0">
                <a:solidFill>
                  <a:srgbClr val="493C89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Tự</a:t>
            </a:r>
            <a:r>
              <a:rPr lang="en-US" sz="2475" b="1" dirty="0" spc="-1" kern="0">
                <a:solidFill>
                  <a:srgbClr val="493C89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mô</a:t>
            </a:r>
            <a:r>
              <a:rPr lang="en-US" sz="2475" b="1" dirty="0" spc="-6" kern="0">
                <a:solidFill>
                  <a:srgbClr val="493C89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tả</a:t>
            </a:r>
            <a:endParaRPr lang="en-US" sz="2475" dirty="0"/>
          </a:p>
        </p:txBody>
      </p:sp>
      <p:sp>
        <p:nvSpPr>
          <p:cNvPr id="8" name="Text 5"/>
          <p:cNvSpPr/>
          <p:nvPr/>
        </p:nvSpPr>
        <p:spPr>
          <a:xfrm>
            <a:off x="1047750" y="4048125"/>
            <a:ext cx="4667250" cy="1381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75" dirty="0" spc="-74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Tôi</a:t>
            </a:r>
            <a:r>
              <a:rPr lang="en-US" sz="2475" dirty="0" spc="2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luôn</a:t>
            </a:r>
            <a:r>
              <a:rPr lang="en-US" sz="2475" dirty="0" spc="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hợp</a:t>
            </a:r>
            <a:r>
              <a:rPr lang="en-US" sz="2475" dirty="0" spc="-1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tác.</a:t>
            </a:r>
            <a:endParaRPr lang="en-US" sz="2475" dirty="0"/>
          </a:p>
        </p:txBody>
      </p:sp>
      <p:sp>
        <p:nvSpPr>
          <p:cNvPr id="9" name="Connector line-1792822559163-347165547"/>
          <p:cNvSpPr/>
          <p:nvPr/>
        </p:nvSpPr>
        <p:spPr>
          <a:xfrm>
            <a:off x="6000750" y="4286250"/>
            <a:ext cx="381000" cy="333375"/>
          </a:xfrm>
          <a:prstGeom prst="line">
            <a:avLst/>
          </a:prstGeom>
          <a:noFill/>
          <a:ln w="28575">
            <a:solidFill>
              <a:srgbClr val="493C89"/>
            </a:solidFill>
            <a:prstDash val="solid"/>
            <a:headEnd type="none"/>
            <a:tailEnd type="triangle" w="lg" len="lg"/>
          </a:ln>
        </p:spPr>
      </p:sp>
      <p:sp>
        <p:nvSpPr>
          <p:cNvPr id="10" name="Shape 7"/>
          <p:cNvSpPr/>
          <p:nvPr/>
        </p:nvSpPr>
        <p:spPr>
          <a:xfrm>
            <a:off x="6381750" y="3190875"/>
            <a:ext cx="5238750" cy="2667000"/>
          </a:xfrm>
          <a:prstGeom prst="roundRect">
            <a:avLst>
              <a:gd name="adj" fmla="val 4286"/>
            </a:avLst>
          </a:prstGeom>
          <a:solidFill>
            <a:srgbClr val="EDE8F5"/>
          </a:solidFill>
          <a:ln/>
        </p:spPr>
      </p:sp>
      <p:sp>
        <p:nvSpPr>
          <p:cNvPr id="11" name="Text 8"/>
          <p:cNvSpPr/>
          <p:nvPr/>
        </p:nvSpPr>
        <p:spPr>
          <a:xfrm>
            <a:off x="6610350" y="3381375"/>
            <a:ext cx="85725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 spc="3" kern="0">
                <a:solidFill>
                  <a:srgbClr val="493C89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2</a:t>
            </a:r>
            <a:endParaRPr lang="en-US" sz="2850" dirty="0"/>
          </a:p>
        </p:txBody>
      </p:sp>
      <p:sp>
        <p:nvSpPr>
          <p:cNvPr id="12" name="Text 9"/>
          <p:cNvSpPr/>
          <p:nvPr/>
        </p:nvSpPr>
        <p:spPr>
          <a:xfrm>
            <a:off x="7477125" y="3438525"/>
            <a:ext cx="3857625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75" b="1" dirty="0" spc="-32" kern="0">
                <a:solidFill>
                  <a:srgbClr val="493C89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Trải</a:t>
            </a:r>
            <a:r>
              <a:rPr lang="en-US" sz="2475" b="1" dirty="0" spc="1" kern="0">
                <a:solidFill>
                  <a:srgbClr val="493C89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nghiệm</a:t>
            </a:r>
            <a:endParaRPr lang="en-US" sz="2475" dirty="0"/>
          </a:p>
        </p:txBody>
      </p:sp>
      <p:sp>
        <p:nvSpPr>
          <p:cNvPr id="13" name="Text 10"/>
          <p:cNvSpPr/>
          <p:nvPr/>
        </p:nvSpPr>
        <p:spPr>
          <a:xfrm>
            <a:off x="6667500" y="4381500"/>
            <a:ext cx="4667250" cy="1381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75" dirty="0" spc="-74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Tôi</a:t>
            </a:r>
            <a:r>
              <a:rPr lang="en-US" sz="2475" dirty="0" spc="1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đang</a:t>
            </a:r>
            <a:r>
              <a:rPr lang="en-US" sz="2475" dirty="0" spc="-39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rất</a:t>
            </a:r>
            <a:r>
              <a:rPr lang="en-US" sz="2475" dirty="0" spc="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giận.</a:t>
            </a:r>
            <a:endParaRPr lang="en-US" sz="2475" dirty="0"/>
          </a:p>
        </p:txBody>
      </p:sp>
      <p:sp>
        <p:nvSpPr>
          <p:cNvPr id="14" name="Connector line-1792822559166-380756039"/>
          <p:cNvSpPr/>
          <p:nvPr/>
        </p:nvSpPr>
        <p:spPr>
          <a:xfrm>
            <a:off x="11620500" y="4619625"/>
            <a:ext cx="381000" cy="333375"/>
          </a:xfrm>
          <a:prstGeom prst="line">
            <a:avLst/>
          </a:prstGeom>
          <a:noFill/>
          <a:ln w="28575">
            <a:solidFill>
              <a:srgbClr val="493C89"/>
            </a:solidFill>
            <a:prstDash val="solid"/>
            <a:headEnd type="none"/>
            <a:tailEnd type="triangle" w="lg" len="lg"/>
          </a:ln>
        </p:spPr>
      </p:sp>
      <p:sp>
        <p:nvSpPr>
          <p:cNvPr id="15" name="Shape 12"/>
          <p:cNvSpPr/>
          <p:nvPr/>
        </p:nvSpPr>
        <p:spPr>
          <a:xfrm>
            <a:off x="12001500" y="3524250"/>
            <a:ext cx="5238750" cy="2667000"/>
          </a:xfrm>
          <a:prstGeom prst="roundRect">
            <a:avLst>
              <a:gd name="adj" fmla="val 4286"/>
            </a:avLst>
          </a:prstGeom>
          <a:solidFill>
            <a:srgbClr val="EDE8F5"/>
          </a:solidFill>
          <a:ln/>
        </p:spPr>
      </p:sp>
      <p:sp>
        <p:nvSpPr>
          <p:cNvPr id="16" name="Text 13"/>
          <p:cNvSpPr/>
          <p:nvPr/>
        </p:nvSpPr>
        <p:spPr>
          <a:xfrm>
            <a:off x="12230100" y="3714750"/>
            <a:ext cx="85725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 spc="2" kern="0">
                <a:solidFill>
                  <a:srgbClr val="493C89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3</a:t>
            </a:r>
            <a:endParaRPr lang="en-US" sz="2850" dirty="0"/>
          </a:p>
        </p:txBody>
      </p:sp>
      <p:sp>
        <p:nvSpPr>
          <p:cNvPr id="17" name="Text 14"/>
          <p:cNvSpPr/>
          <p:nvPr/>
        </p:nvSpPr>
        <p:spPr>
          <a:xfrm>
            <a:off x="13096875" y="3771900"/>
            <a:ext cx="3857625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75" b="1" dirty="0" spc="-7" kern="0">
                <a:solidFill>
                  <a:srgbClr val="493C89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Câu</a:t>
            </a:r>
            <a:r>
              <a:rPr lang="en-US" sz="2475" b="1" dirty="0" spc="0" kern="0">
                <a:solidFill>
                  <a:srgbClr val="493C89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hỏi</a:t>
            </a:r>
            <a:endParaRPr lang="en-US" sz="2475" dirty="0"/>
          </a:p>
        </p:txBody>
      </p:sp>
      <p:sp>
        <p:nvSpPr>
          <p:cNvPr id="18" name="Text 15"/>
          <p:cNvSpPr/>
          <p:nvPr/>
        </p:nvSpPr>
        <p:spPr>
          <a:xfrm>
            <a:off x="12287250" y="4714875"/>
            <a:ext cx="4667250" cy="1381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75" dirty="0" spc="-126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Tự</a:t>
            </a:r>
            <a:r>
              <a:rPr lang="en-US" sz="2475" dirty="0" spc="-2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mô</a:t>
            </a:r>
            <a:r>
              <a:rPr lang="en-US" sz="2475" dirty="0" spc="-18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tả</a:t>
            </a:r>
            <a:r>
              <a:rPr lang="en-US" sz="2475" dirty="0" spc="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475" dirty="0" spc="-5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bỏ</a:t>
            </a:r>
            <a:r>
              <a:rPr lang="en-US" sz="2475" dirty="0" spc="-16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sót</a:t>
            </a:r>
            <a:r>
              <a:rPr lang="en-US" sz="2475" dirty="0" spc="19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điều</a:t>
            </a:r>
            <a:r>
              <a:rPr lang="en-US" sz="2475" dirty="0" spc="-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gì?</a:t>
            </a:r>
            <a:endParaRPr lang="en-US" sz="2475" dirty="0"/>
          </a:p>
        </p:txBody>
      </p:sp>
      <p:sp>
        <p:nvSpPr>
          <p:cNvPr id="19" name="Text 16"/>
          <p:cNvSpPr/>
          <p:nvPr/>
        </p:nvSpPr>
        <p:spPr>
          <a:xfrm>
            <a:off x="857250" y="7048500"/>
            <a:ext cx="16383000" cy="209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7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Một</a:t>
            </a:r>
            <a:r>
              <a:rPr lang="en-US" sz="2550" dirty="0" spc="5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550" dirty="0" spc="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550" dirty="0" spc="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r>
              <a:rPr lang="en-US" sz="2550" dirty="0" spc="-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r>
              <a:rPr lang="en-US" sz="2550" dirty="0" spc="-18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xem</a:t>
            </a:r>
            <a:r>
              <a:rPr lang="en-US" sz="2550" dirty="0" spc="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mình</a:t>
            </a:r>
            <a:r>
              <a:rPr lang="en-US" sz="2550" dirty="0" spc="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luôn hợp</a:t>
            </a:r>
            <a:r>
              <a:rPr lang="en-US" sz="2550" dirty="0" spc="-1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tác</a:t>
            </a:r>
            <a:r>
              <a:rPr lang="en-US" sz="2550" dirty="0" spc="-26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rồi</a:t>
            </a:r>
            <a:r>
              <a:rPr lang="en-US" sz="2550" dirty="0" spc="-7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thấy</a:t>
            </a:r>
            <a:r>
              <a:rPr lang="en-US" sz="2550" dirty="0" spc="-4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bối</a:t>
            </a:r>
            <a:r>
              <a:rPr lang="en-US" sz="2550" dirty="0" spc="-26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rối</a:t>
            </a:r>
            <a:r>
              <a:rPr lang="en-US" sz="2550" dirty="0" spc="-2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vì</a:t>
            </a:r>
            <a:r>
              <a:rPr lang="en-US" sz="2550" dirty="0" spc="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giận</a:t>
            </a:r>
            <a:r>
              <a:rPr lang="en-US" sz="2550" dirty="0" spc="-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550" dirty="0" spc="-2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550" dirty="0" spc="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chính</a:t>
            </a:r>
            <a:r>
              <a:rPr lang="en-US" sz="2550" dirty="0" spc="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mình. Cách</a:t>
            </a:r>
            <a:r>
              <a:rPr lang="en-US" sz="2550" dirty="0" spc="1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2550" dirty="0" spc="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Jungian</a:t>
            </a:r>
            <a:r>
              <a:rPr lang="en-US" sz="2550" dirty="0" spc="-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</a:t>
            </a:r>
            <a:r>
              <a:rPr lang="en-US" sz="2550" dirty="0" spc="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550" dirty="0" spc="-4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sự</a:t>
            </a:r>
            <a:r>
              <a:rPr lang="en-US" sz="2550" dirty="0" spc="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giận</a:t>
            </a:r>
            <a:r>
              <a:rPr lang="en-US" sz="2550" dirty="0" spc="-2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550" dirty="0" spc="-13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gợi</a:t>
            </a:r>
            <a:r>
              <a:rPr lang="en-US" sz="2550" dirty="0" spc="-5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550" dirty="0" spc="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nhu</a:t>
            </a:r>
            <a:r>
              <a:rPr lang="en-US" sz="2550" dirty="0" spc="2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cầu</a:t>
            </a:r>
            <a:r>
              <a:rPr lang="en-US" sz="2550" dirty="0" spc="-2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hoặc</a:t>
            </a:r>
            <a:r>
              <a:rPr lang="en-US" sz="2550" dirty="0" spc="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lập</a:t>
            </a:r>
            <a:r>
              <a:rPr lang="en-US" sz="2550" dirty="0" spc="5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trường</a:t>
            </a:r>
            <a:r>
              <a:rPr lang="en-US" sz="2550" dirty="0" spc="6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</a:t>
            </a:r>
            <a:r>
              <a:rPr lang="en-US" sz="2550" dirty="0" spc="7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550" dirty="0" spc="-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</a:t>
            </a:r>
            <a:r>
              <a:rPr lang="en-US" sz="2550" dirty="0" spc="-3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biết.</a:t>
            </a:r>
            <a:r>
              <a:rPr lang="en-US" sz="2550" dirty="0" spc="17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Nhưng</a:t>
            </a:r>
            <a:r>
              <a:rPr lang="en-US" sz="2550" dirty="0" spc="-4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sự bối</a:t>
            </a:r>
            <a:r>
              <a:rPr lang="en-US" sz="2550" dirty="0" spc="-26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rối</a:t>
            </a:r>
            <a:r>
              <a:rPr lang="en-US" sz="2550" dirty="0" spc="-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 nó</a:t>
            </a:r>
            <a:r>
              <a:rPr lang="en-US" sz="2550" dirty="0" spc="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550" dirty="0" spc="16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chứng</a:t>
            </a:r>
            <a:r>
              <a:rPr lang="en-US" sz="2550" dirty="0" spc="-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minh</a:t>
            </a:r>
            <a:r>
              <a:rPr lang="en-US" sz="2550" dirty="0" spc="-7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shadow,</a:t>
            </a:r>
            <a:r>
              <a:rPr lang="en-US" sz="2550" dirty="0" spc="-9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complex</a:t>
            </a:r>
            <a:r>
              <a:rPr lang="en-US" sz="2550" dirty="0" spc="-1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hay</a:t>
            </a:r>
            <a:r>
              <a:rPr lang="en-US" sz="2550" dirty="0" spc="-5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550" dirty="0" spc="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2550" dirty="0" spc="-16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gốc</a:t>
            </a:r>
            <a:r>
              <a:rPr lang="en-US" sz="2550" dirty="0" spc="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phổ</a:t>
            </a:r>
            <a:r>
              <a:rPr lang="en-US" sz="2550" dirty="0" spc="-6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quát.</a:t>
            </a:r>
            <a:r>
              <a:rPr lang="en-US" sz="2550" dirty="0" spc="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Điều</a:t>
            </a:r>
            <a:r>
              <a:rPr lang="en-US" sz="2550" dirty="0" spc="-16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ta</a:t>
            </a:r>
            <a:r>
              <a:rPr lang="en-US" sz="2550" dirty="0" spc="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550" dirty="0" spc="6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trước</a:t>
            </a:r>
            <a:r>
              <a:rPr lang="en-US" sz="2550" dirty="0" spc="-5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hết</a:t>
            </a:r>
            <a:r>
              <a:rPr lang="en-US" sz="2550" dirty="0" spc="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550" dirty="0" spc="-5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550" dirty="0" spc="-2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trải</a:t>
            </a:r>
            <a:r>
              <a:rPr lang="en-US" sz="2550" dirty="0" spc="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nghiệm</a:t>
            </a:r>
            <a:r>
              <a:rPr lang="en-US" sz="2550" dirty="0" spc="-18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dirty="0" spc="-5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550" dirty="0" spc="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</a:t>
            </a:r>
            <a:r>
              <a:rPr lang="en-US" sz="2550" dirty="0" spc="-15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thuyết</a:t>
            </a:r>
            <a:r>
              <a:rPr lang="en-US" sz="2550" dirty="0" spc="-18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về</a:t>
            </a:r>
            <a:r>
              <a:rPr lang="en-US" sz="2550" dirty="0" spc="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nó.</a:t>
            </a:r>
            <a:r>
              <a:rPr lang="en-US" sz="2550" dirty="0" spc="-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 nên</a:t>
            </a:r>
            <a:r>
              <a:rPr lang="en-US" sz="2550" dirty="0" spc="13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</a:t>
            </a:r>
            <a:r>
              <a:rPr lang="en-US" sz="2550" dirty="0" spc="-12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tên</a:t>
            </a:r>
            <a:r>
              <a:rPr lang="en-US" sz="2550" dirty="0" spc="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</a:t>
            </a:r>
            <a:r>
              <a:rPr lang="en-US" sz="2550" dirty="0" spc="-14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thuyết</a:t>
            </a:r>
            <a:r>
              <a:rPr lang="en-US" sz="2550" dirty="0" spc="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thành</a:t>
            </a:r>
            <a:r>
              <a:rPr lang="en-US" sz="2550" dirty="0" spc="-3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sự</a:t>
            </a:r>
            <a:r>
              <a:rPr lang="en-US" sz="2550" dirty="0" spc="-9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thật</a:t>
            </a:r>
            <a:r>
              <a:rPr lang="en-US" sz="2550" dirty="0" spc="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550" dirty="0" spc="-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vì</a:t>
            </a:r>
            <a:r>
              <a:rPr lang="en-US" sz="2550" dirty="0" spc="-6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thuật</a:t>
            </a:r>
            <a:r>
              <a:rPr lang="en-US" sz="2550" dirty="0" spc="-2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ngữ</a:t>
            </a:r>
            <a:r>
              <a:rPr lang="en-US" sz="2550" dirty="0" spc="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nghe</a:t>
            </a:r>
            <a:r>
              <a:rPr lang="en-US" sz="2550" dirty="0" spc="-6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sâu</a:t>
            </a:r>
            <a:r>
              <a:rPr lang="en-US" sz="2550" dirty="0" spc="-5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sắc.</a:t>
            </a:r>
            <a:endParaRPr lang="en-US" sz="2550" dirty="0"/>
          </a:p>
        </p:txBody>
      </p:sp>
      <p:sp>
        <p:nvSpPr>
          <p:cNvPr id="20" name="Text 17"/>
          <p:cNvSpPr/>
          <p:nvPr/>
        </p:nvSpPr>
        <p:spPr>
          <a:xfrm>
            <a:off x="762000" y="9525000"/>
            <a:ext cx="16383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25" dirty="0" spc="2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J01 D1–D3</a:t>
            </a:r>
            <a:r>
              <a:rPr lang="en-US" sz="1725" dirty="0" spc="0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725" dirty="0" spc="1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Ví</a:t>
            </a:r>
            <a:r>
              <a:rPr lang="en-US" sz="1725" dirty="0" spc="-3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</a:t>
            </a:r>
            <a:r>
              <a:rPr lang="en-US" sz="1725" dirty="0" spc="0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giảng</a:t>
            </a:r>
            <a:r>
              <a:rPr lang="en-US" sz="1725" dirty="0" spc="-6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dạy</a:t>
            </a:r>
            <a:endParaRPr lang="en-US" sz="1725" dirty="0"/>
          </a:p>
        </p:txBody>
      </p:sp>
      <p:sp>
        <p:nvSpPr>
          <p:cNvPr id="21" name="Text 18"/>
          <p:cNvSpPr/>
          <p:nvPr/>
        </p:nvSpPr>
        <p:spPr>
          <a:xfrm>
            <a:off x="762000" y="9953625"/>
            <a:ext cx="157162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2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J01</a:t>
            </a:r>
            <a:r>
              <a:rPr lang="en-US" sz="1650" dirty="0" spc="0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Visual edition</a:t>
            </a:r>
            <a:r>
              <a:rPr lang="en-US" sz="1650" dirty="0" spc="1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6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18/40</a:t>
            </a:r>
            <a:endParaRPr lang="en-US" sz="1650" dirty="0"/>
          </a:p>
        </p:txBody>
      </p:sp>
      <p:sp>
        <p:nvSpPr>
          <p:cNvPr id="22" name="Shape 19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3" name="Moda image moda-export-watermark-eeaf43d8-071d-4754-9288-1de60c9c9c9e" descr="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76250"/>
            <a:ext cx="153352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⚙️ D · KIỂM TRA VÀ LỰA CHỌN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762000" y="1143000"/>
            <a:ext cx="16764000" cy="1476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500" b="1" dirty="0" spc="-65" kern="0">
                <a:solidFill>
                  <a:srgbClr val="20242A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Bước</a:t>
            </a:r>
            <a:r>
              <a:rPr lang="en-US" sz="4500" b="1" dirty="0" spc="-12" kern="0">
                <a:solidFill>
                  <a:srgbClr val="20242A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4–5:</a:t>
            </a:r>
            <a:r>
              <a:rPr lang="en-US" sz="4500" b="1" dirty="0" spc="-9" kern="0">
                <a:solidFill>
                  <a:srgbClr val="20242A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một</a:t>
            </a:r>
            <a:r>
              <a:rPr lang="en-US" sz="4500" b="1" dirty="0" spc="3" kern="0">
                <a:solidFill>
                  <a:srgbClr val="20242A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diễn</a:t>
            </a:r>
            <a:r>
              <a:rPr lang="en-US" sz="4500" b="1" dirty="0" spc="0" kern="0">
                <a:solidFill>
                  <a:srgbClr val="20242A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giải</a:t>
            </a:r>
            <a:r>
              <a:rPr lang="en-US" sz="4500" b="1" dirty="0" spc="3" kern="0">
                <a:solidFill>
                  <a:srgbClr val="20242A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phải</a:t>
            </a:r>
            <a:r>
              <a:rPr lang="en-US" sz="4500" b="1" dirty="0" spc="1" kern="0">
                <a:solidFill>
                  <a:srgbClr val="20242A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có</a:t>
            </a:r>
            <a:r>
              <a:rPr lang="en-US" sz="4500" b="1" dirty="0" spc="0" kern="0">
                <a:solidFill>
                  <a:srgbClr val="20242A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thể</a:t>
            </a:r>
            <a:r>
              <a:rPr lang="en-US" sz="4500" b="1" dirty="0" spc="-32" kern="0">
                <a:solidFill>
                  <a:srgbClr val="20242A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sửa</a:t>
            </a:r>
            <a:endParaRPr lang="en-US" sz="4500" dirty="0"/>
          </a:p>
        </p:txBody>
      </p:sp>
      <p:pic>
        <p:nvPicPr>
          <p:cNvPr id="4" name="Moda flattened rect-1792822562482-882176626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602075" y="409575"/>
            <a:ext cx="590550" cy="59055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62000" y="3810000"/>
            <a:ext cx="4286250" cy="1809750"/>
          </a:xfrm>
          <a:prstGeom prst="roundRect">
            <a:avLst>
              <a:gd name="adj" fmla="val 6316"/>
            </a:avLst>
          </a:prstGeom>
          <a:solidFill>
            <a:srgbClr val="493C89"/>
          </a:solidFill>
          <a:ln/>
        </p:spPr>
      </p:sp>
      <p:sp>
        <p:nvSpPr>
          <p:cNvPr id="6" name="Text 3"/>
          <p:cNvSpPr/>
          <p:nvPr/>
        </p:nvSpPr>
        <p:spPr>
          <a:xfrm>
            <a:off x="1047750" y="4000500"/>
            <a:ext cx="3714750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2" kern="0">
                <a:solidFill>
                  <a:srgbClr val="F5F0E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Kiểm</a:t>
            </a:r>
            <a:r>
              <a:rPr lang="en-US" sz="2700" b="1" dirty="0" spc="-1" kern="0">
                <a:solidFill>
                  <a:srgbClr val="F5F0E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bối</a:t>
            </a:r>
            <a:r>
              <a:rPr lang="en-US" sz="2700" b="1" dirty="0" spc="6" kern="0">
                <a:solidFill>
                  <a:srgbClr val="F5F0E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cảnh</a:t>
            </a:r>
            <a:endParaRPr lang="en-US" sz="2700" dirty="0"/>
          </a:p>
        </p:txBody>
      </p:sp>
      <p:sp>
        <p:nvSpPr>
          <p:cNvPr id="7" name="Text 4"/>
          <p:cNvSpPr/>
          <p:nvPr/>
        </p:nvSpPr>
        <p:spPr>
          <a:xfrm>
            <a:off x="1047750" y="4714875"/>
            <a:ext cx="3714750" cy="809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75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Điều</a:t>
            </a:r>
            <a:r>
              <a:rPr lang="en-US" sz="2475" dirty="0" spc="-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gì</a:t>
            </a:r>
            <a:r>
              <a:rPr lang="en-US" sz="2475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ủng</a:t>
            </a:r>
            <a:r>
              <a:rPr lang="en-US" sz="2475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hộ</a:t>
            </a:r>
            <a:r>
              <a:rPr lang="en-US" sz="2475" dirty="0" spc="-17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475" dirty="0" spc="-2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trái</a:t>
            </a:r>
            <a:r>
              <a:rPr lang="en-US" sz="2475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chiều?</a:t>
            </a:r>
            <a:endParaRPr lang="en-US" sz="2475" dirty="0"/>
          </a:p>
        </p:txBody>
      </p:sp>
      <p:sp>
        <p:nvSpPr>
          <p:cNvPr id="8" name="Shape 5"/>
          <p:cNvSpPr/>
          <p:nvPr/>
        </p:nvSpPr>
        <p:spPr>
          <a:xfrm>
            <a:off x="8763000" y="2857500"/>
            <a:ext cx="8477250" cy="1714500"/>
          </a:xfrm>
          <a:prstGeom prst="roundRect">
            <a:avLst>
              <a:gd name="adj" fmla="val 6667"/>
            </a:avLst>
          </a:prstGeom>
          <a:solidFill>
            <a:srgbClr val="EDE8F5"/>
          </a:solidFill>
          <a:ln/>
        </p:spPr>
      </p:sp>
      <p:sp>
        <p:nvSpPr>
          <p:cNvPr id="9" name="Text 6"/>
          <p:cNvSpPr/>
          <p:nvPr/>
        </p:nvSpPr>
        <p:spPr>
          <a:xfrm>
            <a:off x="9048750" y="3105150"/>
            <a:ext cx="790575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75" b="1" dirty="0" spc="-24" kern="0">
                <a:solidFill>
                  <a:srgbClr val="493C89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Sửa</a:t>
            </a:r>
            <a:r>
              <a:rPr lang="en-US" sz="2475" b="1" dirty="0" spc="-4" kern="0">
                <a:solidFill>
                  <a:srgbClr val="493C89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giả</a:t>
            </a:r>
            <a:r>
              <a:rPr lang="en-US" sz="2475" b="1" dirty="0" spc="-3" kern="0">
                <a:solidFill>
                  <a:srgbClr val="493C89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thuyết</a:t>
            </a:r>
            <a:endParaRPr lang="en-US" sz="2475" dirty="0"/>
          </a:p>
        </p:txBody>
      </p:sp>
      <p:sp>
        <p:nvSpPr>
          <p:cNvPr id="10" name="Text 7"/>
          <p:cNvSpPr/>
          <p:nvPr/>
        </p:nvSpPr>
        <p:spPr>
          <a:xfrm>
            <a:off x="9048750" y="4048125"/>
            <a:ext cx="790575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75" dirty="0" spc="4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Cho</a:t>
            </a:r>
            <a:r>
              <a:rPr lang="en-US" sz="2475" dirty="0" spc="-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phép</a:t>
            </a:r>
            <a:r>
              <a:rPr lang="en-US" sz="2475" dirty="0" spc="3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cách</a:t>
            </a:r>
            <a:r>
              <a:rPr lang="en-US" sz="2475" dirty="0" spc="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hiểu</a:t>
            </a:r>
            <a:r>
              <a:rPr lang="en-US" sz="2475" dirty="0" spc="-7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sai.</a:t>
            </a:r>
            <a:endParaRPr lang="en-US" sz="2475" dirty="0"/>
          </a:p>
        </p:txBody>
      </p:sp>
      <p:sp>
        <p:nvSpPr>
          <p:cNvPr id="11" name="Shape 8"/>
          <p:cNvSpPr/>
          <p:nvPr/>
        </p:nvSpPr>
        <p:spPr>
          <a:xfrm>
            <a:off x="8763000" y="4810125"/>
            <a:ext cx="8477250" cy="1714500"/>
          </a:xfrm>
          <a:prstGeom prst="roundRect">
            <a:avLst>
              <a:gd name="adj" fmla="val 6667"/>
            </a:avLst>
          </a:prstGeom>
          <a:solidFill>
            <a:srgbClr val="EDE8F5"/>
          </a:solidFill>
          <a:ln/>
        </p:spPr>
      </p:sp>
      <p:sp>
        <p:nvSpPr>
          <p:cNvPr id="12" name="Text 9"/>
          <p:cNvSpPr/>
          <p:nvPr/>
        </p:nvSpPr>
        <p:spPr>
          <a:xfrm>
            <a:off x="9048750" y="5057775"/>
            <a:ext cx="790575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75" b="1" dirty="0" spc="3" kern="0">
                <a:solidFill>
                  <a:srgbClr val="493C89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Quan</a:t>
            </a:r>
            <a:r>
              <a:rPr lang="en-US" sz="2475" b="1" dirty="0" spc="-4" kern="0">
                <a:solidFill>
                  <a:srgbClr val="493C89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sát</a:t>
            </a:r>
            <a:r>
              <a:rPr lang="en-US" sz="2475" b="1" dirty="0" spc="-19" kern="0">
                <a:solidFill>
                  <a:srgbClr val="493C89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lựa</a:t>
            </a:r>
            <a:r>
              <a:rPr lang="en-US" sz="2475" b="1" dirty="0" spc="0" kern="0">
                <a:solidFill>
                  <a:srgbClr val="493C89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chọn</a:t>
            </a:r>
            <a:endParaRPr lang="en-US" sz="2475" dirty="0"/>
          </a:p>
        </p:txBody>
      </p:sp>
      <p:sp>
        <p:nvSpPr>
          <p:cNvPr id="13" name="Text 10"/>
          <p:cNvSpPr/>
          <p:nvPr/>
        </p:nvSpPr>
        <p:spPr>
          <a:xfrm>
            <a:off x="9048750" y="6000750"/>
            <a:ext cx="790575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75" dirty="0" spc="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Điều</a:t>
            </a:r>
            <a:r>
              <a:rPr lang="en-US" sz="2475" dirty="0" spc="-2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gì</a:t>
            </a:r>
            <a:r>
              <a:rPr lang="en-US" sz="2475" dirty="0" spc="8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thực</a:t>
            </a:r>
            <a:r>
              <a:rPr lang="en-US" sz="2475" dirty="0" spc="-4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sự</a:t>
            </a:r>
            <a:r>
              <a:rPr lang="en-US" sz="2475" dirty="0" spc="-7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thay</a:t>
            </a:r>
            <a:r>
              <a:rPr lang="en-US" sz="2475" dirty="0" spc="1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đổi?</a:t>
            </a:r>
            <a:endParaRPr lang="en-US" sz="2475" dirty="0"/>
          </a:p>
        </p:txBody>
      </p:sp>
      <p:sp>
        <p:nvSpPr>
          <p:cNvPr id="14" name="Connector line-1792822562490-532057148"/>
          <p:cNvSpPr/>
          <p:nvPr/>
        </p:nvSpPr>
        <p:spPr>
          <a:xfrm>
            <a:off x="5048250" y="4714875"/>
            <a:ext cx="1809750" cy="0"/>
          </a:xfrm>
          <a:prstGeom prst="line">
            <a:avLst/>
          </a:prstGeom>
          <a:noFill/>
          <a:ln w="28575">
            <a:solidFill>
              <a:srgbClr val="493C89"/>
            </a:solidFill>
            <a:prstDash val="solid"/>
            <a:headEnd type="none"/>
            <a:tailEnd type="none"/>
          </a:ln>
        </p:spPr>
      </p:sp>
      <p:sp>
        <p:nvSpPr>
          <p:cNvPr id="15" name="Connector line-1792822562490-3566192"/>
          <p:cNvSpPr/>
          <p:nvPr/>
        </p:nvSpPr>
        <p:spPr>
          <a:xfrm>
            <a:off x="6858000" y="3714750"/>
            <a:ext cx="0" cy="1952625"/>
          </a:xfrm>
          <a:prstGeom prst="line">
            <a:avLst/>
          </a:prstGeom>
          <a:noFill/>
          <a:ln w="28575">
            <a:solidFill>
              <a:srgbClr val="493C89"/>
            </a:solidFill>
            <a:prstDash val="solid"/>
            <a:headEnd type="none"/>
            <a:tailEnd type="none"/>
          </a:ln>
        </p:spPr>
      </p:sp>
      <p:sp>
        <p:nvSpPr>
          <p:cNvPr id="16" name="Connector line-1792822562490-232643687"/>
          <p:cNvSpPr/>
          <p:nvPr/>
        </p:nvSpPr>
        <p:spPr>
          <a:xfrm>
            <a:off x="6858000" y="3714750"/>
            <a:ext cx="1905000" cy="0"/>
          </a:xfrm>
          <a:prstGeom prst="line">
            <a:avLst/>
          </a:prstGeom>
          <a:noFill/>
          <a:ln w="28575">
            <a:solidFill>
              <a:srgbClr val="493C89"/>
            </a:solidFill>
            <a:prstDash val="solid"/>
            <a:headEnd type="none"/>
            <a:tailEnd type="triangle" w="lg" len="lg"/>
          </a:ln>
        </p:spPr>
      </p:sp>
      <p:sp>
        <p:nvSpPr>
          <p:cNvPr id="17" name="Connector line-1792822562490-61677718"/>
          <p:cNvSpPr/>
          <p:nvPr/>
        </p:nvSpPr>
        <p:spPr>
          <a:xfrm>
            <a:off x="6858000" y="5667375"/>
            <a:ext cx="1905000" cy="0"/>
          </a:xfrm>
          <a:prstGeom prst="line">
            <a:avLst/>
          </a:prstGeom>
          <a:noFill/>
          <a:ln w="28575">
            <a:solidFill>
              <a:srgbClr val="493C89"/>
            </a:solidFill>
            <a:prstDash val="solid"/>
            <a:headEnd type="none"/>
            <a:tailEnd type="triangle" w="lg" len="lg"/>
          </a:ln>
        </p:spPr>
      </p:sp>
      <p:sp>
        <p:nvSpPr>
          <p:cNvPr id="18" name="Text 15"/>
          <p:cNvSpPr/>
          <p:nvPr/>
        </p:nvSpPr>
        <p:spPr>
          <a:xfrm>
            <a:off x="857250" y="7048500"/>
            <a:ext cx="16383000" cy="209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16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Đặt</a:t>
            </a:r>
            <a:r>
              <a:rPr lang="en-US" sz="2550" dirty="0" spc="-5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550" dirty="0" spc="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cách</a:t>
            </a:r>
            <a:r>
              <a:rPr lang="en-US" sz="2550" dirty="0" spc="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hiểu chỉ là</a:t>
            </a:r>
            <a:r>
              <a:rPr lang="en-US" sz="2550" dirty="0" spc="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khởi</a:t>
            </a:r>
            <a:r>
              <a:rPr lang="en-US" sz="2550" dirty="0" spc="12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đầu.</a:t>
            </a:r>
            <a:r>
              <a:rPr lang="en-US" sz="2550" dirty="0" spc="6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550" dirty="0" spc="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nghiên</a:t>
            </a:r>
            <a:r>
              <a:rPr lang="en-US" sz="2550" dirty="0" spc="19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cứu</a:t>
            </a:r>
            <a:r>
              <a:rPr lang="en-US" sz="2550" dirty="0" spc="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2550" dirty="0" spc="-19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xem</a:t>
            </a:r>
            <a:r>
              <a:rPr lang="en-US" sz="2550" dirty="0" spc="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 có</a:t>
            </a:r>
            <a:r>
              <a:rPr lang="en-US" sz="2550" dirty="0" spc="-2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phù</a:t>
            </a:r>
            <a:r>
              <a:rPr lang="en-US" sz="2550" dirty="0" spc="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hợp</a:t>
            </a:r>
            <a:r>
              <a:rPr lang="en-US" sz="2550" dirty="0" spc="-4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bối</a:t>
            </a:r>
            <a:r>
              <a:rPr lang="en-US" sz="2550" dirty="0" spc="-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cảnh,</a:t>
            </a:r>
            <a:r>
              <a:rPr lang="en-US" sz="2550" dirty="0" spc="-14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văn</a:t>
            </a:r>
            <a:r>
              <a:rPr lang="en-US" sz="2550" dirty="0" spc="-3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hóa</a:t>
            </a:r>
            <a:r>
              <a:rPr lang="en-US" sz="2550" dirty="0" spc="-19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dirty="0" spc="-2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550" dirty="0" spc="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kiện</a:t>
            </a:r>
            <a:r>
              <a:rPr lang="en-US" sz="2550" dirty="0" spc="-19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trái</a:t>
            </a:r>
            <a:r>
              <a:rPr lang="en-US" sz="2550" dirty="0" spc="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chiều không.</a:t>
            </a:r>
            <a:r>
              <a:rPr lang="en-US" sz="2550" dirty="0" spc="2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Nếu</a:t>
            </a:r>
            <a:r>
              <a:rPr lang="en-US" sz="2550" dirty="0" spc="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cách hiểu</a:t>
            </a:r>
            <a:r>
              <a:rPr lang="en-US" sz="2550" dirty="0" spc="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 khớp, cần</a:t>
            </a:r>
            <a:r>
              <a:rPr lang="en-US" sz="2550" dirty="0" spc="6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550" dirty="0" spc="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phép</a:t>
            </a:r>
            <a:r>
              <a:rPr lang="en-US" sz="2550" dirty="0" spc="-5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bỏ</a:t>
            </a:r>
            <a:r>
              <a:rPr lang="en-US" sz="2550" dirty="0" spc="-2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hoặc</a:t>
            </a:r>
            <a:r>
              <a:rPr lang="en-US" sz="2550" dirty="0" spc="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chỉnh nó.</a:t>
            </a:r>
            <a:r>
              <a:rPr lang="en-US" sz="2550" dirty="0" spc="-6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550" dirty="0" spc="2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câu</a:t>
            </a:r>
            <a:r>
              <a:rPr lang="en-US" sz="2550" dirty="0" spc="-12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chuyện</a:t>
            </a:r>
            <a:r>
              <a:rPr lang="en-US" sz="2550" dirty="0" spc="2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r>
              <a:rPr lang="en-US" sz="2550" dirty="0" spc="5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550" dirty="0" spc="-37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kể</a:t>
            </a:r>
            <a:r>
              <a:rPr lang="en-US" sz="2550" dirty="0" spc="-2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xúc</a:t>
            </a:r>
            <a:r>
              <a:rPr lang="en-US" sz="2550" dirty="0" spc="1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động</a:t>
            </a:r>
            <a:r>
              <a:rPr lang="en-US" sz="2550" dirty="0" spc="6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</a:t>
            </a:r>
            <a:r>
              <a:rPr lang="en-US" sz="2550" dirty="0" spc="-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r>
              <a:rPr lang="en-US" sz="2550" dirty="0" spc="16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chứng</a:t>
            </a:r>
            <a:r>
              <a:rPr lang="en-US" sz="2550" dirty="0" spc="-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minh</a:t>
            </a:r>
            <a:r>
              <a:rPr lang="en-US" sz="2550" dirty="0" spc="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cơ</a:t>
            </a:r>
            <a:r>
              <a:rPr lang="en-US" sz="2550" dirty="0" spc="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chế</a:t>
            </a:r>
            <a:r>
              <a:rPr lang="en-US" sz="2550" dirty="0" spc="-1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phát</a:t>
            </a:r>
            <a:r>
              <a:rPr lang="en-US" sz="2550" dirty="0" spc="-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sinh</a:t>
            </a:r>
            <a:r>
              <a:rPr lang="en-US" sz="2550" dirty="0" spc="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câu</a:t>
            </a:r>
            <a:r>
              <a:rPr lang="en-US" sz="2550" dirty="0" spc="-1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chuyện.</a:t>
            </a:r>
            <a:r>
              <a:rPr lang="en-US" sz="2550" dirty="0" spc="-3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Sự</a:t>
            </a:r>
            <a:r>
              <a:rPr lang="en-US" sz="2550" dirty="0" spc="-13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tôn</a:t>
            </a:r>
            <a:r>
              <a:rPr lang="en-US" sz="2550" dirty="0" spc="-16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trọng</a:t>
            </a:r>
            <a:r>
              <a:rPr lang="en-US" sz="2550" dirty="0" spc="-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ý</a:t>
            </a:r>
            <a:r>
              <a:rPr lang="en-US" sz="2550" dirty="0" spc="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nghĩa</a:t>
            </a:r>
            <a:r>
              <a:rPr lang="en-US" sz="2550" dirty="0" spc="-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r>
              <a:rPr lang="en-US" sz="2550" dirty="0" spc="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quan</a:t>
            </a:r>
            <a:r>
              <a:rPr lang="en-US" sz="2550" dirty="0" spc="-18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dirty="0" spc="-2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yêu</a:t>
            </a:r>
            <a:r>
              <a:rPr lang="en-US" sz="2550" dirty="0" spc="2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cầu</a:t>
            </a:r>
            <a:r>
              <a:rPr lang="en-US" sz="2550" dirty="0" spc="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kiểm</a:t>
            </a:r>
            <a:r>
              <a:rPr lang="en-US" sz="2550" dirty="0" spc="16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chứng</a:t>
            </a:r>
            <a:r>
              <a:rPr lang="en-US" sz="2550" dirty="0" spc="-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550" dirty="0" spc="2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r>
              <a:rPr lang="en-US" sz="2550" dirty="0" spc="-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cùng</a:t>
            </a:r>
            <a:r>
              <a:rPr lang="en-US" sz="2550" dirty="0" spc="-13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tồn</a:t>
            </a:r>
            <a:r>
              <a:rPr lang="en-US" sz="2550" dirty="0" spc="-1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tại,</a:t>
            </a:r>
            <a:r>
              <a:rPr lang="en-US" sz="2550" dirty="0" spc="-7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thay</a:t>
            </a:r>
            <a:r>
              <a:rPr lang="en-US" sz="2550" dirty="0" spc="-2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vì</a:t>
            </a:r>
            <a:r>
              <a:rPr lang="en-US" sz="2550" dirty="0" spc="-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buộc</a:t>
            </a:r>
            <a:r>
              <a:rPr lang="en-US" sz="2550" dirty="0" spc="5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550" dirty="0" spc="1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2550" dirty="0" spc="-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chọn</a:t>
            </a:r>
            <a:r>
              <a:rPr lang="en-US" sz="2550" dirty="0" spc="-5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550" dirty="0" spc="-16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550" dirty="0" spc="-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hai.</a:t>
            </a:r>
            <a:endParaRPr lang="en-US" sz="2550" dirty="0"/>
          </a:p>
        </p:txBody>
      </p:sp>
      <p:sp>
        <p:nvSpPr>
          <p:cNvPr id="19" name="Text 16"/>
          <p:cNvSpPr/>
          <p:nvPr/>
        </p:nvSpPr>
        <p:spPr>
          <a:xfrm>
            <a:off x="762000" y="9525000"/>
            <a:ext cx="16383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25" dirty="0" spc="2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J01 D4–D5</a:t>
            </a:r>
            <a:r>
              <a:rPr lang="en-US" sz="1725" dirty="0" spc="0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725" dirty="0" spc="-1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Khung</a:t>
            </a:r>
            <a:r>
              <a:rPr lang="en-US" sz="1725" dirty="0" spc="4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phương</a:t>
            </a:r>
            <a:r>
              <a:rPr lang="en-US" sz="1725" dirty="0" spc="1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pháp</a:t>
            </a:r>
            <a:endParaRPr lang="en-US" sz="1725" dirty="0"/>
          </a:p>
        </p:txBody>
      </p:sp>
      <p:sp>
        <p:nvSpPr>
          <p:cNvPr id="20" name="Text 17"/>
          <p:cNvSpPr/>
          <p:nvPr/>
        </p:nvSpPr>
        <p:spPr>
          <a:xfrm>
            <a:off x="762000" y="9953625"/>
            <a:ext cx="157162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2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J01</a:t>
            </a:r>
            <a:r>
              <a:rPr lang="en-US" sz="1650" dirty="0" spc="0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Visual edition</a:t>
            </a:r>
            <a:r>
              <a:rPr lang="en-US" sz="1650" dirty="0" spc="1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6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19/40</a:t>
            </a:r>
            <a:endParaRPr lang="en-US" sz="1650" dirty="0"/>
          </a:p>
        </p:txBody>
      </p:sp>
      <p:sp>
        <p:nvSpPr>
          <p:cNvPr id="21" name="Shape 18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2" name="Moda image moda-export-watermark-842ca3c6-d94b-4b4c-93eb-b70d49c7f466" descr="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76250"/>
            <a:ext cx="153352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⚙️ D · GIỮ NHIỀU KHẢ NĂNG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762000" y="1143000"/>
            <a:ext cx="16764000" cy="1476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500" b="1" dirty="0" spc="0" kern="0">
                <a:solidFill>
                  <a:srgbClr val="20242A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Giải</a:t>
            </a:r>
            <a:r>
              <a:rPr lang="en-US" sz="4500" b="1" dirty="0" spc="1" kern="0">
                <a:solidFill>
                  <a:srgbClr val="20242A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thích</a:t>
            </a:r>
            <a:r>
              <a:rPr lang="en-US" sz="4500" b="1" dirty="0" spc="3" kern="0">
                <a:solidFill>
                  <a:srgbClr val="20242A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cạnh</a:t>
            </a:r>
            <a:r>
              <a:rPr lang="en-US" sz="4500" b="1" dirty="0" spc="-15" kern="0">
                <a:solidFill>
                  <a:srgbClr val="20242A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tranh</a:t>
            </a:r>
            <a:r>
              <a:rPr lang="en-US" sz="4500" b="1" dirty="0" spc="-1" kern="0">
                <a:solidFill>
                  <a:srgbClr val="20242A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là</a:t>
            </a:r>
            <a:r>
              <a:rPr lang="en-US" sz="4500" b="1" dirty="0" spc="2" kern="0">
                <a:solidFill>
                  <a:srgbClr val="20242A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phần của</a:t>
            </a:r>
            <a:r>
              <a:rPr lang="en-US" sz="4500" b="1" dirty="0" spc="0" kern="0">
                <a:solidFill>
                  <a:srgbClr val="20242A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việc</a:t>
            </a:r>
            <a:r>
              <a:rPr lang="en-US" sz="4500" b="1" dirty="0" spc="4" kern="0">
                <a:solidFill>
                  <a:srgbClr val="20242A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hiểu</a:t>
            </a:r>
            <a:endParaRPr lang="en-US" sz="4500" dirty="0"/>
          </a:p>
        </p:txBody>
      </p:sp>
      <p:pic>
        <p:nvPicPr>
          <p:cNvPr id="4" name="Moda flattened rect-1792822565872-271102993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602075" y="409575"/>
            <a:ext cx="590550" cy="59055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62000" y="3857625"/>
            <a:ext cx="3905250" cy="1714500"/>
          </a:xfrm>
          <a:prstGeom prst="roundRect">
            <a:avLst>
              <a:gd name="adj" fmla="val 6667"/>
            </a:avLst>
          </a:prstGeom>
          <a:solidFill>
            <a:srgbClr val="493C89"/>
          </a:solidFill>
          <a:ln/>
        </p:spPr>
      </p:sp>
      <p:sp>
        <p:nvSpPr>
          <p:cNvPr id="6" name="Text 3"/>
          <p:cNvSpPr/>
          <p:nvPr/>
        </p:nvSpPr>
        <p:spPr>
          <a:xfrm>
            <a:off x="1047750" y="4191000"/>
            <a:ext cx="3286125" cy="1095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 spc="-3" kern="0">
                <a:solidFill>
                  <a:srgbClr val="F5F0E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Cần</a:t>
            </a:r>
            <a:r>
              <a:rPr lang="en-US" sz="3000" b="1" dirty="0" spc="0" kern="0">
                <a:solidFill>
                  <a:srgbClr val="F5F0E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phân</a:t>
            </a:r>
            <a:r>
              <a:rPr lang="en-US" sz="3000" b="1" dirty="0" spc="1" kern="0">
                <a:solidFill>
                  <a:srgbClr val="F5F0E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biệt</a:t>
            </a:r>
            <a:endParaRPr lang="en-US" sz="3000" dirty="0"/>
          </a:p>
          <a:p>
            <a:pPr algn="l" indent="0" marL="0">
              <a:buNone/>
            </a:pPr>
            <a:r>
              <a:rPr lang="en-US" sz="3000" b="1" dirty="0" spc="11" kern="0">
                <a:solidFill>
                  <a:srgbClr val="F5F0E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điều</a:t>
            </a:r>
            <a:r>
              <a:rPr lang="en-US" sz="3000" b="1" dirty="0" spc="-7" kern="0">
                <a:solidFill>
                  <a:srgbClr val="F5F0E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gì?</a:t>
            </a:r>
            <a:endParaRPr lang="en-US" sz="3000" dirty="0"/>
          </a:p>
        </p:txBody>
      </p:sp>
      <p:sp>
        <p:nvSpPr>
          <p:cNvPr id="7" name="Shape 4"/>
          <p:cNvSpPr/>
          <p:nvPr/>
        </p:nvSpPr>
        <p:spPr>
          <a:xfrm>
            <a:off x="6953250" y="2857500"/>
            <a:ext cx="10287000" cy="1047750"/>
          </a:xfrm>
          <a:prstGeom prst="roundRect">
            <a:avLst>
              <a:gd name="adj" fmla="val 10909"/>
            </a:avLst>
          </a:prstGeom>
          <a:solidFill>
            <a:srgbClr val="EDE8F5"/>
          </a:solidFill>
          <a:ln/>
        </p:spPr>
      </p:sp>
      <p:sp>
        <p:nvSpPr>
          <p:cNvPr id="8" name="Text 5"/>
          <p:cNvSpPr/>
          <p:nvPr/>
        </p:nvSpPr>
        <p:spPr>
          <a:xfrm>
            <a:off x="7239000" y="3048000"/>
            <a:ext cx="295275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 spc="-1" kern="0">
                <a:solidFill>
                  <a:srgbClr val="493C89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Cá</a:t>
            </a:r>
            <a:r>
              <a:rPr lang="en-US" sz="2400" b="1" dirty="0" spc="1" kern="0">
                <a:solidFill>
                  <a:srgbClr val="493C89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nhân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10477500" y="3028950"/>
            <a:ext cx="6429375" cy="809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-4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Ý</a:t>
            </a:r>
            <a:r>
              <a:rPr lang="en-US" sz="2400" dirty="0" spc="2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nghĩa</a:t>
            </a:r>
            <a:r>
              <a:rPr lang="en-US" sz="2400" dirty="0" spc="-16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400" dirty="0" spc="3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r>
              <a:rPr lang="en-US" sz="2400" dirty="0" spc="4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mô</a:t>
            </a:r>
            <a:r>
              <a:rPr lang="en-US" sz="2400" dirty="0" spc="-1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tả.</a:t>
            </a:r>
            <a:endParaRPr lang="en-US" sz="2400" dirty="0"/>
          </a:p>
        </p:txBody>
      </p:sp>
      <p:sp>
        <p:nvSpPr>
          <p:cNvPr id="10" name="Shape 7"/>
          <p:cNvSpPr/>
          <p:nvPr/>
        </p:nvSpPr>
        <p:spPr>
          <a:xfrm>
            <a:off x="6953250" y="4095750"/>
            <a:ext cx="10287000" cy="1047750"/>
          </a:xfrm>
          <a:prstGeom prst="roundRect">
            <a:avLst>
              <a:gd name="adj" fmla="val 10909"/>
            </a:avLst>
          </a:prstGeom>
          <a:solidFill>
            <a:srgbClr val="EDE8F5"/>
          </a:solidFill>
          <a:ln/>
        </p:spPr>
      </p:sp>
      <p:sp>
        <p:nvSpPr>
          <p:cNvPr id="11" name="Text 8"/>
          <p:cNvSpPr/>
          <p:nvPr/>
        </p:nvSpPr>
        <p:spPr>
          <a:xfrm>
            <a:off x="7239000" y="4286250"/>
            <a:ext cx="295275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 spc="1" kern="0">
                <a:solidFill>
                  <a:srgbClr val="493C89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Bối cảnh</a:t>
            </a:r>
            <a:endParaRPr lang="en-US" sz="2400" dirty="0"/>
          </a:p>
        </p:txBody>
      </p:sp>
      <p:sp>
        <p:nvSpPr>
          <p:cNvPr id="12" name="Text 9"/>
          <p:cNvSpPr/>
          <p:nvPr/>
        </p:nvSpPr>
        <p:spPr>
          <a:xfrm>
            <a:off x="10477500" y="4267200"/>
            <a:ext cx="6429375" cy="809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3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Áp</a:t>
            </a:r>
            <a:r>
              <a:rPr lang="en-US" sz="2400" dirty="0" spc="8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lực,</a:t>
            </a:r>
            <a:r>
              <a:rPr lang="en-US" sz="2400" dirty="0" spc="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lợi ích</a:t>
            </a:r>
            <a:r>
              <a:rPr lang="en-US" sz="2400" dirty="0" spc="-16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400" dirty="0" spc="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quan</a:t>
            </a:r>
            <a:r>
              <a:rPr lang="en-US" sz="2400" dirty="0" spc="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hệ.</a:t>
            </a:r>
            <a:endParaRPr lang="en-US" sz="2400" dirty="0"/>
          </a:p>
        </p:txBody>
      </p:sp>
      <p:sp>
        <p:nvSpPr>
          <p:cNvPr id="13" name="Shape 10"/>
          <p:cNvSpPr/>
          <p:nvPr/>
        </p:nvSpPr>
        <p:spPr>
          <a:xfrm>
            <a:off x="6953250" y="5334000"/>
            <a:ext cx="10287000" cy="1047750"/>
          </a:xfrm>
          <a:prstGeom prst="roundRect">
            <a:avLst>
              <a:gd name="adj" fmla="val 10909"/>
            </a:avLst>
          </a:prstGeom>
          <a:solidFill>
            <a:srgbClr val="EDE8F5"/>
          </a:solidFill>
          <a:ln/>
        </p:spPr>
      </p:sp>
      <p:sp>
        <p:nvSpPr>
          <p:cNvPr id="14" name="Text 11"/>
          <p:cNvSpPr/>
          <p:nvPr/>
        </p:nvSpPr>
        <p:spPr>
          <a:xfrm>
            <a:off x="7239000" y="5524500"/>
            <a:ext cx="295275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 spc="0" kern="0">
                <a:solidFill>
                  <a:srgbClr val="493C89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Cần</a:t>
            </a:r>
            <a:r>
              <a:rPr lang="en-US" sz="2400" b="1" dirty="0" spc="1" kern="0">
                <a:solidFill>
                  <a:srgbClr val="493C89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phân</a:t>
            </a:r>
            <a:r>
              <a:rPr lang="en-US" sz="2400" b="1" dirty="0" spc="-3" kern="0">
                <a:solidFill>
                  <a:srgbClr val="493C89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biệt</a:t>
            </a:r>
            <a:endParaRPr lang="en-US" sz="2400" dirty="0"/>
          </a:p>
        </p:txBody>
      </p:sp>
      <p:sp>
        <p:nvSpPr>
          <p:cNvPr id="15" name="Text 12"/>
          <p:cNvSpPr/>
          <p:nvPr/>
        </p:nvSpPr>
        <p:spPr>
          <a:xfrm>
            <a:off x="10477500" y="5505450"/>
            <a:ext cx="6429375" cy="809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2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Dự</a:t>
            </a:r>
            <a:r>
              <a:rPr lang="en-US" sz="2400" dirty="0" spc="9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đoán</a:t>
            </a:r>
            <a:r>
              <a:rPr lang="en-US" sz="2400" dirty="0" spc="3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</a:t>
            </a:r>
            <a:r>
              <a:rPr lang="en-US" sz="2400" dirty="0" spc="-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</a:t>
            </a:r>
            <a:r>
              <a:rPr lang="en-US" sz="2400" dirty="0" spc="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nhau?</a:t>
            </a:r>
            <a:endParaRPr lang="en-US" sz="2400" dirty="0"/>
          </a:p>
        </p:txBody>
      </p:sp>
      <p:sp>
        <p:nvSpPr>
          <p:cNvPr id="16" name="Connector line-1792822565879-760174770"/>
          <p:cNvSpPr/>
          <p:nvPr/>
        </p:nvSpPr>
        <p:spPr>
          <a:xfrm>
            <a:off x="4667250" y="4714875"/>
            <a:ext cx="1238250" cy="0"/>
          </a:xfrm>
          <a:prstGeom prst="line">
            <a:avLst/>
          </a:prstGeom>
          <a:noFill/>
          <a:ln w="28575">
            <a:solidFill>
              <a:srgbClr val="493C89"/>
            </a:solidFill>
            <a:prstDash val="solid"/>
            <a:headEnd type="none"/>
            <a:tailEnd type="none"/>
          </a:ln>
        </p:spPr>
      </p:sp>
      <p:sp>
        <p:nvSpPr>
          <p:cNvPr id="17" name="Connector line-1792822565879-935048501"/>
          <p:cNvSpPr/>
          <p:nvPr/>
        </p:nvSpPr>
        <p:spPr>
          <a:xfrm>
            <a:off x="5905500" y="3381375"/>
            <a:ext cx="0" cy="2476500"/>
          </a:xfrm>
          <a:prstGeom prst="line">
            <a:avLst/>
          </a:prstGeom>
          <a:noFill/>
          <a:ln w="28575">
            <a:solidFill>
              <a:srgbClr val="493C89"/>
            </a:solidFill>
            <a:prstDash val="solid"/>
            <a:headEnd type="none"/>
            <a:tailEnd type="none"/>
          </a:ln>
        </p:spPr>
      </p:sp>
      <p:sp>
        <p:nvSpPr>
          <p:cNvPr id="18" name="Connector line-1792822565880-121524953"/>
          <p:cNvSpPr/>
          <p:nvPr/>
        </p:nvSpPr>
        <p:spPr>
          <a:xfrm>
            <a:off x="5905500" y="3381375"/>
            <a:ext cx="1047750" cy="0"/>
          </a:xfrm>
          <a:prstGeom prst="line">
            <a:avLst/>
          </a:prstGeom>
          <a:noFill/>
          <a:ln w="28575">
            <a:solidFill>
              <a:srgbClr val="493C89"/>
            </a:solidFill>
            <a:prstDash val="solid"/>
            <a:headEnd type="none"/>
            <a:tailEnd type="triangle" w="lg" len="lg"/>
          </a:ln>
        </p:spPr>
      </p:sp>
      <p:sp>
        <p:nvSpPr>
          <p:cNvPr id="19" name="Connector line-1792822565880-551191507"/>
          <p:cNvSpPr/>
          <p:nvPr/>
        </p:nvSpPr>
        <p:spPr>
          <a:xfrm>
            <a:off x="5905500" y="4619625"/>
            <a:ext cx="1047750" cy="0"/>
          </a:xfrm>
          <a:prstGeom prst="line">
            <a:avLst/>
          </a:prstGeom>
          <a:noFill/>
          <a:ln w="28575">
            <a:solidFill>
              <a:srgbClr val="493C89"/>
            </a:solidFill>
            <a:prstDash val="solid"/>
            <a:headEnd type="none"/>
            <a:tailEnd type="triangle" w="lg" len="lg"/>
          </a:ln>
        </p:spPr>
      </p:sp>
      <p:sp>
        <p:nvSpPr>
          <p:cNvPr id="20" name="Connector line-1792822565880-674778371"/>
          <p:cNvSpPr/>
          <p:nvPr/>
        </p:nvSpPr>
        <p:spPr>
          <a:xfrm>
            <a:off x="5905500" y="5857875"/>
            <a:ext cx="1047750" cy="0"/>
          </a:xfrm>
          <a:prstGeom prst="line">
            <a:avLst/>
          </a:prstGeom>
          <a:noFill/>
          <a:ln w="28575">
            <a:solidFill>
              <a:srgbClr val="493C89"/>
            </a:solidFill>
            <a:prstDash val="solid"/>
            <a:headEnd type="none"/>
            <a:tailEnd type="triangle" w="lg" len="lg"/>
          </a:ln>
        </p:spPr>
      </p:sp>
      <p:sp>
        <p:nvSpPr>
          <p:cNvPr id="21" name="Text 18"/>
          <p:cNvSpPr/>
          <p:nvPr/>
        </p:nvSpPr>
        <p:spPr>
          <a:xfrm>
            <a:off x="857250" y="7048500"/>
            <a:ext cx="16383000" cy="209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7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Một</a:t>
            </a:r>
            <a:r>
              <a:rPr lang="en-US" sz="2550" dirty="0" spc="-2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trải</a:t>
            </a:r>
            <a:r>
              <a:rPr lang="en-US" sz="2550" dirty="0" spc="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nghiệm</a:t>
            </a:r>
            <a:r>
              <a:rPr lang="en-US" sz="2550" dirty="0" spc="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550" dirty="0" spc="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khớp có</a:t>
            </a:r>
            <a:r>
              <a:rPr lang="en-US" sz="2550" dirty="0" spc="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r>
              <a:rPr lang="en-US" sz="2550" dirty="0" spc="7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550" dirty="0" spc="-19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xem</a:t>
            </a:r>
            <a:r>
              <a:rPr lang="en-US" sz="2550" dirty="0" spc="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2550" dirty="0" spc="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nhiều</a:t>
            </a:r>
            <a:r>
              <a:rPr lang="en-US" sz="2550" dirty="0" spc="-12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góc:</a:t>
            </a:r>
            <a:r>
              <a:rPr lang="en-US" sz="2550" dirty="0" spc="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cách tự hiểu,</a:t>
            </a:r>
            <a:r>
              <a:rPr lang="en-US" sz="2550" dirty="0" spc="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áp</a:t>
            </a:r>
            <a:r>
              <a:rPr lang="en-US" sz="2550" dirty="0" spc="8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lực</a:t>
            </a:r>
            <a:r>
              <a:rPr lang="en-US" sz="2550" dirty="0" spc="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môi</a:t>
            </a:r>
            <a:r>
              <a:rPr lang="en-US" sz="2550" dirty="0" spc="4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trường,</a:t>
            </a:r>
            <a:r>
              <a:rPr lang="en-US" sz="2550" dirty="0" spc="2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thiếu</a:t>
            </a:r>
            <a:r>
              <a:rPr lang="en-US" sz="2550" dirty="0" spc="-2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ngủ,</a:t>
            </a:r>
            <a:r>
              <a:rPr lang="en-US" sz="2550" dirty="0" spc="-3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học</a:t>
            </a:r>
            <a:r>
              <a:rPr lang="en-US" sz="2550" dirty="0" spc="-12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tập</a:t>
            </a:r>
            <a:r>
              <a:rPr lang="en-US" sz="2550" dirty="0" spc="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2550" dirty="0" spc="-2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trải</a:t>
            </a:r>
            <a:r>
              <a:rPr lang="en-US" sz="2550" dirty="0" spc="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nghiệm</a:t>
            </a:r>
            <a:r>
              <a:rPr lang="en-US" sz="2550" dirty="0" spc="-2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hoặc</a:t>
            </a:r>
            <a:r>
              <a:rPr lang="en-US" sz="2550" dirty="0" spc="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xung</a:t>
            </a:r>
            <a:r>
              <a:rPr lang="en-US" sz="2550" dirty="0" spc="8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đột</a:t>
            </a:r>
            <a:r>
              <a:rPr lang="en-US" sz="2550" dirty="0" spc="-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lợi</a:t>
            </a:r>
            <a:r>
              <a:rPr lang="en-US" sz="2550" dirty="0" spc="2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ích.</a:t>
            </a:r>
            <a:r>
              <a:rPr lang="en-US" sz="2550" dirty="0" spc="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2550" dirty="0" spc="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550" dirty="0" spc="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khẳng</a:t>
            </a:r>
            <a:r>
              <a:rPr lang="en-US" sz="2550" dirty="0" spc="2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r>
              <a:rPr lang="en-US" sz="2550" dirty="0" spc="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khả</a:t>
            </a:r>
            <a:r>
              <a:rPr lang="en-US" sz="2550" dirty="0" spc="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năng</a:t>
            </a:r>
            <a:r>
              <a:rPr lang="en-US" sz="2550" dirty="0" spc="-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 đúng</a:t>
            </a:r>
            <a:r>
              <a:rPr lang="en-US" sz="2550" dirty="0" spc="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 mọi</a:t>
            </a:r>
            <a:r>
              <a:rPr lang="en-US" sz="2550" dirty="0" spc="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tình huống.</a:t>
            </a:r>
            <a:r>
              <a:rPr lang="en-US" sz="2550" dirty="0" spc="-2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 giữ</a:t>
            </a:r>
            <a:r>
              <a:rPr lang="en-US" sz="2550" dirty="0" spc="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nhiều khả</a:t>
            </a:r>
            <a:r>
              <a:rPr lang="en-US" sz="2550" dirty="0" spc="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năng</a:t>
            </a:r>
            <a:r>
              <a:rPr lang="en-US" sz="2550" dirty="0" spc="-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giúp</a:t>
            </a:r>
            <a:r>
              <a:rPr lang="en-US" sz="2550" dirty="0" spc="-17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tránh</a:t>
            </a:r>
            <a:r>
              <a:rPr lang="en-US" sz="2550" dirty="0" spc="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lối</a:t>
            </a:r>
            <a:r>
              <a:rPr lang="en-US" sz="2550" dirty="0" spc="9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2550" dirty="0" spc="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550" dirty="0" spc="2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tìm</a:t>
            </a:r>
            <a:r>
              <a:rPr lang="en-US" sz="2550" dirty="0" spc="22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điều</a:t>
            </a:r>
            <a:r>
              <a:rPr lang="en-US" sz="2550" dirty="0" spc="-2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phù</a:t>
            </a:r>
            <a:r>
              <a:rPr lang="en-US" sz="2550" dirty="0" spc="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hợp</a:t>
            </a:r>
            <a:r>
              <a:rPr lang="en-US" sz="2550" dirty="0" spc="-4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học</a:t>
            </a:r>
            <a:r>
              <a:rPr lang="en-US" sz="2550" dirty="0" spc="-14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thuyết</a:t>
            </a:r>
            <a:r>
              <a:rPr lang="en-US" sz="2550" dirty="0" spc="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mình</a:t>
            </a:r>
            <a:r>
              <a:rPr lang="en-US" sz="2550" dirty="0" spc="2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thích.</a:t>
            </a:r>
            <a:r>
              <a:rPr lang="en-US" sz="2550" dirty="0" spc="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2550" dirty="0" spc="-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</a:t>
            </a:r>
            <a:r>
              <a:rPr lang="en-US" sz="2550" dirty="0" spc="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mỗi cách giải</a:t>
            </a:r>
            <a:r>
              <a:rPr lang="en-US" sz="2550" dirty="0" spc="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thích</a:t>
            </a:r>
            <a:r>
              <a:rPr lang="en-US" sz="2550" dirty="0" spc="-2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dự</a:t>
            </a:r>
            <a:r>
              <a:rPr lang="en-US" sz="2550" dirty="0" spc="8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đoán</a:t>
            </a:r>
            <a:r>
              <a:rPr lang="en-US" sz="2550" dirty="0" spc="2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điều</a:t>
            </a:r>
            <a:r>
              <a:rPr lang="en-US" sz="2550" dirty="0" spc="2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gì</a:t>
            </a:r>
            <a:r>
              <a:rPr lang="en-US" sz="2550" dirty="0" spc="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</a:t>
            </a:r>
            <a:r>
              <a:rPr lang="en-US" sz="2550" dirty="0" spc="-18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dirty="0" spc="-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550" dirty="0" spc="-2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550" dirty="0" spc="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kiện</a:t>
            </a:r>
            <a:r>
              <a:rPr lang="en-US" sz="2550" dirty="0" spc="-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</a:t>
            </a:r>
            <a:r>
              <a:rPr lang="en-US" sz="2550" dirty="0" spc="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phân</a:t>
            </a:r>
            <a:r>
              <a:rPr lang="en-US" sz="2550" dirty="0" spc="-4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biệt</a:t>
            </a:r>
            <a:r>
              <a:rPr lang="en-US" sz="2550" dirty="0" spc="6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550" dirty="0" spc="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chúng.</a:t>
            </a:r>
            <a:endParaRPr lang="en-US" sz="2550" dirty="0"/>
          </a:p>
        </p:txBody>
      </p:sp>
      <p:sp>
        <p:nvSpPr>
          <p:cNvPr id="22" name="Text 19"/>
          <p:cNvSpPr/>
          <p:nvPr/>
        </p:nvSpPr>
        <p:spPr>
          <a:xfrm>
            <a:off x="762000" y="9525000"/>
            <a:ext cx="16383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25" dirty="0" spc="2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J01 D</a:t>
            </a:r>
            <a:r>
              <a:rPr lang="en-US" sz="1725" dirty="0" spc="0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725" dirty="0" spc="-2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</a:t>
            </a:r>
            <a:r>
              <a:rPr lang="en-US" sz="1725" dirty="0" spc="0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khả</a:t>
            </a:r>
            <a:r>
              <a:rPr lang="en-US" sz="1725" dirty="0" spc="-1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năng</a:t>
            </a:r>
            <a:r>
              <a:rPr lang="en-US" sz="1725" dirty="0" spc="2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minh</a:t>
            </a:r>
            <a:r>
              <a:rPr lang="en-US" sz="1725" dirty="0" spc="-2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họa</a:t>
            </a:r>
            <a:endParaRPr lang="en-US" sz="1725" dirty="0"/>
          </a:p>
        </p:txBody>
      </p:sp>
      <p:sp>
        <p:nvSpPr>
          <p:cNvPr id="23" name="Text 20"/>
          <p:cNvSpPr/>
          <p:nvPr/>
        </p:nvSpPr>
        <p:spPr>
          <a:xfrm>
            <a:off x="762000" y="9953625"/>
            <a:ext cx="157162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2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J01</a:t>
            </a:r>
            <a:r>
              <a:rPr lang="en-US" sz="1650" dirty="0" spc="0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Visual edition</a:t>
            </a:r>
            <a:r>
              <a:rPr lang="en-US" sz="1650" dirty="0" spc="1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5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20/40</a:t>
            </a:r>
            <a:endParaRPr lang="en-US" sz="1650" dirty="0"/>
          </a:p>
        </p:txBody>
      </p:sp>
      <p:sp>
        <p:nvSpPr>
          <p:cNvPr id="24" name="Shape 2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5" name="Moda image moda-export-watermark-4fc1262b-7946-4654-a693-6970f81859e3" descr="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241F3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76250"/>
            <a:ext cx="153352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>
                <a:solidFill>
                  <a:srgbClr val="C8BDE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💬 E · VÍ DỤ GIẢ ĐỊNH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762000" y="1143000"/>
            <a:ext cx="16764000" cy="1476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500" b="1" dirty="0" spc="-28" kern="0">
                <a:solidFill>
                  <a:srgbClr val="F5F0E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Ví</a:t>
            </a:r>
            <a:r>
              <a:rPr lang="en-US" sz="4500" b="1" dirty="0" spc="4" kern="0">
                <a:solidFill>
                  <a:srgbClr val="F5F0E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dụ</a:t>
            </a:r>
            <a:r>
              <a:rPr lang="en-US" sz="4500" b="1" dirty="0" spc="-1" kern="0">
                <a:solidFill>
                  <a:srgbClr val="F5F0E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1: Hà</a:t>
            </a:r>
            <a:r>
              <a:rPr lang="en-US" sz="4500" b="1" dirty="0" spc="2" kern="0">
                <a:solidFill>
                  <a:srgbClr val="F5F0E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muốn</a:t>
            </a:r>
            <a:r>
              <a:rPr lang="en-US" sz="4500" b="1" dirty="0" spc="20" kern="0">
                <a:solidFill>
                  <a:srgbClr val="F5F0E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đi</a:t>
            </a:r>
            <a:r>
              <a:rPr lang="en-US" sz="4500" b="1" dirty="0" spc="0" kern="0">
                <a:solidFill>
                  <a:srgbClr val="F5F0E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theo</a:t>
            </a:r>
            <a:r>
              <a:rPr lang="en-US" sz="4500" b="1" dirty="0" spc="4" kern="0">
                <a:solidFill>
                  <a:srgbClr val="F5F0E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cách</a:t>
            </a:r>
            <a:r>
              <a:rPr lang="en-US" sz="4500" b="1" dirty="0" spc="2" kern="0">
                <a:solidFill>
                  <a:srgbClr val="F5F0E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nghiên</a:t>
            </a:r>
            <a:r>
              <a:rPr lang="en-US" sz="4500" b="1" dirty="0" spc="3" kern="0">
                <a:solidFill>
                  <a:srgbClr val="F5F0E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cứu</a:t>
            </a:r>
            <a:r>
              <a:rPr lang="en-US" sz="4500" b="1" dirty="0" spc="2" kern="0">
                <a:solidFill>
                  <a:srgbClr val="F5F0E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riêng</a:t>
            </a:r>
            <a:endParaRPr lang="en-US" sz="4500" dirty="0"/>
          </a:p>
        </p:txBody>
      </p:sp>
      <p:pic>
        <p:nvPicPr>
          <p:cNvPr id="4" name="Moda flattened rect-1792822570103-168447707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602075" y="409575"/>
            <a:ext cx="590550" cy="59055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62000" y="2857500"/>
            <a:ext cx="5715000" cy="3476625"/>
          </a:xfrm>
          <a:prstGeom prst="roundRect">
            <a:avLst>
              <a:gd name="adj" fmla="val 3288"/>
            </a:avLst>
          </a:prstGeom>
          <a:solidFill>
            <a:srgbClr val="38304F"/>
          </a:solidFill>
          <a:ln/>
        </p:spPr>
      </p:sp>
      <p:sp>
        <p:nvSpPr>
          <p:cNvPr id="6" name="Text 3"/>
          <p:cNvSpPr/>
          <p:nvPr/>
        </p:nvSpPr>
        <p:spPr>
          <a:xfrm>
            <a:off x="1143000" y="3286125"/>
            <a:ext cx="49530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 spc="2" kern="0">
                <a:solidFill>
                  <a:srgbClr val="C8BDEE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Điều</a:t>
            </a:r>
            <a:r>
              <a:rPr lang="en-US" sz="3000" b="1" dirty="0" spc="0" kern="0">
                <a:solidFill>
                  <a:srgbClr val="C8BDEE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thấy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1143000" y="4429125"/>
            <a:ext cx="4953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75" dirty="0" spc="-9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Một</a:t>
            </a:r>
            <a:r>
              <a:rPr lang="en-US" sz="2775" dirty="0" spc="2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đề</a:t>
            </a:r>
            <a:r>
              <a:rPr lang="en-US" sz="2775" dirty="0" spc="-1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xuất</a:t>
            </a:r>
            <a:r>
              <a:rPr lang="en-US" sz="2775" dirty="0" spc="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</a:t>
            </a:r>
            <a:r>
              <a:rPr lang="en-US" sz="2775" dirty="0" spc="-16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2775" dirty="0" spc="5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775" dirty="0" spc="7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hướng</a:t>
            </a:r>
            <a:r>
              <a:rPr lang="en-US" sz="2775" dirty="0" spc="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dẫn.</a:t>
            </a:r>
            <a:endParaRPr lang="en-US" sz="2775" dirty="0"/>
          </a:p>
        </p:txBody>
      </p:sp>
      <p:sp>
        <p:nvSpPr>
          <p:cNvPr id="8" name="Text 5"/>
          <p:cNvSpPr/>
          <p:nvPr/>
        </p:nvSpPr>
        <p:spPr>
          <a:xfrm>
            <a:off x="7905750" y="3095625"/>
            <a:ext cx="885825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 spc="-2" kern="0">
                <a:solidFill>
                  <a:srgbClr val="C8BDEE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Hai câu hỏi</a:t>
            </a:r>
            <a:endParaRPr lang="en-US" sz="2850" dirty="0"/>
          </a:p>
        </p:txBody>
      </p:sp>
      <p:sp>
        <p:nvSpPr>
          <p:cNvPr id="9" name="Text 6"/>
          <p:cNvSpPr/>
          <p:nvPr/>
        </p:nvSpPr>
        <p:spPr>
          <a:xfrm>
            <a:off x="7905750" y="3857625"/>
            <a:ext cx="885825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25" dirty="0" spc="8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Phương</a:t>
            </a:r>
            <a:r>
              <a:rPr lang="en-US" sz="2625" dirty="0" spc="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pháp</a:t>
            </a:r>
            <a:r>
              <a:rPr lang="en-US" sz="2625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625" dirty="0" spc="-15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tốt?</a:t>
            </a:r>
            <a:r>
              <a:rPr lang="en-US" sz="2625" dirty="0" spc="-14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Quyền</a:t>
            </a:r>
            <a:r>
              <a:rPr lang="en-US" sz="2625" dirty="0" spc="-2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trao</a:t>
            </a:r>
            <a:r>
              <a:rPr lang="en-US" sz="2625" dirty="0" spc="15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</a:t>
            </a:r>
            <a:r>
              <a:rPr lang="en-US" sz="2625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625" dirty="0" spc="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đủ?</a:t>
            </a:r>
            <a:endParaRPr lang="en-US" sz="2625" dirty="0"/>
          </a:p>
        </p:txBody>
      </p:sp>
      <p:sp>
        <p:nvSpPr>
          <p:cNvPr id="10" name="Text 7"/>
          <p:cNvSpPr/>
          <p:nvPr/>
        </p:nvSpPr>
        <p:spPr>
          <a:xfrm>
            <a:off x="7905750" y="4762500"/>
            <a:ext cx="885825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 spc="-32" kern="0">
                <a:solidFill>
                  <a:srgbClr val="C8BDEE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Tránh</a:t>
            </a:r>
            <a:r>
              <a:rPr lang="en-US" sz="2850" b="1" dirty="0" spc="-8" kern="0">
                <a:solidFill>
                  <a:srgbClr val="C8BDEE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gán</a:t>
            </a:r>
            <a:r>
              <a:rPr lang="en-US" sz="2850" b="1" dirty="0" spc="-1" kern="0">
                <a:solidFill>
                  <a:srgbClr val="C8BDEE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nhãn</a:t>
            </a:r>
            <a:endParaRPr lang="en-US" sz="2850" dirty="0"/>
          </a:p>
        </p:txBody>
      </p:sp>
      <p:sp>
        <p:nvSpPr>
          <p:cNvPr id="11" name="Text 8"/>
          <p:cNvSpPr/>
          <p:nvPr/>
        </p:nvSpPr>
        <p:spPr>
          <a:xfrm>
            <a:off x="7905750" y="5524500"/>
            <a:ext cx="885825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25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 suy</a:t>
            </a:r>
            <a:r>
              <a:rPr lang="en-US" sz="2625" dirty="0" spc="-16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ngay</a:t>
            </a:r>
            <a:r>
              <a:rPr lang="en-US" sz="2625" dirty="0" spc="1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động</a:t>
            </a:r>
            <a:r>
              <a:rPr lang="en-US" sz="2625" dirty="0" spc="-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cơ</a:t>
            </a:r>
            <a:r>
              <a:rPr lang="en-US" sz="2625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bí</a:t>
            </a:r>
            <a:r>
              <a:rPr lang="en-US" sz="2625" dirty="0" spc="-1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mật.</a:t>
            </a:r>
            <a:endParaRPr lang="en-US" sz="2625" dirty="0"/>
          </a:p>
        </p:txBody>
      </p:sp>
      <p:sp>
        <p:nvSpPr>
          <p:cNvPr id="12" name="Text 9"/>
          <p:cNvSpPr/>
          <p:nvPr/>
        </p:nvSpPr>
        <p:spPr>
          <a:xfrm>
            <a:off x="857250" y="7048500"/>
            <a:ext cx="16383000" cy="209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Hà</a:t>
            </a:r>
            <a:r>
              <a:rPr lang="en-US" sz="2550" dirty="0" spc="2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từng</a:t>
            </a:r>
            <a:r>
              <a:rPr lang="en-US" sz="255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r>
              <a:rPr lang="en-US" sz="2550" dirty="0" spc="-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255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mọi</a:t>
            </a:r>
            <a:r>
              <a:rPr lang="en-US" sz="2550" dirty="0" spc="-13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gợi</a:t>
            </a:r>
            <a:r>
              <a:rPr lang="en-US" sz="255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ý</a:t>
            </a:r>
            <a:r>
              <a:rPr lang="en-US" sz="2550" dirty="0" spc="-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550" dirty="0" spc="5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 hướng</a:t>
            </a:r>
            <a:r>
              <a:rPr lang="en-US" sz="255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dẫn,</a:t>
            </a:r>
            <a:r>
              <a:rPr lang="en-US" sz="2550" dirty="0" spc="-26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rồi</a:t>
            </a:r>
            <a:r>
              <a:rPr lang="en-US" sz="2550" dirty="0" spc="18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đề</a:t>
            </a:r>
            <a:r>
              <a:rPr lang="en-US" sz="2550" dirty="0" spc="-8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xuất</a:t>
            </a:r>
            <a:r>
              <a:rPr lang="en-US" sz="2550" dirty="0" spc="4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phương</a:t>
            </a:r>
            <a:r>
              <a:rPr lang="en-US" sz="255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pháp khác. Có thể</a:t>
            </a:r>
            <a:r>
              <a:rPr lang="en-US" sz="2550" dirty="0" spc="-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 Hà</a:t>
            </a:r>
            <a:r>
              <a:rPr lang="en-US" sz="2550" dirty="0" spc="1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đang</a:t>
            </a:r>
            <a:r>
              <a:rPr lang="en-US" sz="2550" dirty="0" spc="3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tìm</a:t>
            </a:r>
            <a:r>
              <a:rPr lang="en-US" sz="255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tiếng nói</a:t>
            </a:r>
            <a:r>
              <a:rPr lang="en-US" sz="2550" dirty="0" spc="8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riêng</a:t>
            </a:r>
            <a:r>
              <a:rPr lang="en-US" sz="2550" dirty="0" spc="-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như</a:t>
            </a:r>
            <a:r>
              <a:rPr lang="en-US" sz="2550" dirty="0" spc="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thế</a:t>
            </a:r>
            <a:r>
              <a:rPr lang="en-US" sz="255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nào.</a:t>
            </a:r>
            <a:r>
              <a:rPr lang="en-US" sz="2550" dirty="0" spc="-63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Tuy</a:t>
            </a:r>
            <a:r>
              <a:rPr lang="en-US" sz="2550" dirty="0" spc="-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nhiên,</a:t>
            </a:r>
            <a:r>
              <a:rPr lang="en-US" sz="2550" dirty="0" spc="4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phương</a:t>
            </a:r>
            <a:r>
              <a:rPr lang="en-US" sz="255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pháp</a:t>
            </a:r>
            <a:r>
              <a:rPr lang="en-US" sz="2550" dirty="0" spc="-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 cũng</a:t>
            </a:r>
            <a:r>
              <a:rPr lang="en-US" sz="255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550" dirty="0" spc="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r>
              <a:rPr lang="en-US" sz="255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mắc</a:t>
            </a:r>
            <a:r>
              <a:rPr lang="en-US" sz="2550" dirty="0" spc="-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lỗi</a:t>
            </a:r>
            <a:r>
              <a:rPr lang="en-US" sz="255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kỹ</a:t>
            </a:r>
            <a:r>
              <a:rPr lang="en-US" sz="2550" dirty="0" spc="-6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thuật</a:t>
            </a:r>
            <a:r>
              <a:rPr lang="en-US" sz="2550" dirty="0" spc="-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hoặc</a:t>
            </a:r>
            <a:r>
              <a:rPr lang="en-US" sz="255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quan</a:t>
            </a:r>
            <a:r>
              <a:rPr lang="en-US" sz="255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hệ làm</a:t>
            </a:r>
            <a:r>
              <a:rPr lang="en-US" sz="2550" dirty="0" spc="-4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</a:t>
            </a:r>
            <a:r>
              <a:rPr lang="en-US" sz="255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550" dirty="0" spc="-15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vấn</a:t>
            </a:r>
            <a:r>
              <a:rPr lang="en-US" sz="2550" dirty="0" spc="18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đề</a:t>
            </a:r>
            <a:r>
              <a:rPr lang="en-US" sz="2550" dirty="0" spc="7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thực</a:t>
            </a:r>
            <a:r>
              <a:rPr lang="en-US" sz="2550" dirty="0" spc="-1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tế.</a:t>
            </a:r>
            <a:r>
              <a:rPr lang="en-US" sz="2550" dirty="0" spc="-14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Quyền</a:t>
            </a:r>
            <a:r>
              <a:rPr lang="en-US" sz="2550" dirty="0" spc="9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độc</a:t>
            </a:r>
            <a:r>
              <a:rPr lang="en-US" sz="255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lập</a:t>
            </a:r>
            <a:r>
              <a:rPr lang="en-US" sz="255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550" dirty="0" spc="-3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bảo</a:t>
            </a:r>
            <a:r>
              <a:rPr lang="en-US" sz="2550" dirty="0" spc="14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đảm</a:t>
            </a:r>
            <a:r>
              <a:rPr lang="en-US" sz="255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mọi</a:t>
            </a:r>
            <a:r>
              <a:rPr lang="en-US" sz="2550" dirty="0" spc="18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đề</a:t>
            </a:r>
            <a:r>
              <a:rPr lang="en-US" sz="2550" dirty="0" spc="-8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xuất</a:t>
            </a:r>
            <a:r>
              <a:rPr lang="en-US" sz="2550" dirty="0" spc="-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đúng;</a:t>
            </a:r>
            <a:r>
              <a:rPr lang="en-US" sz="2550" dirty="0" spc="-4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sự</a:t>
            </a:r>
            <a:r>
              <a:rPr lang="en-US" sz="255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550" dirty="0" spc="-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kinh</a:t>
            </a:r>
            <a:r>
              <a:rPr lang="en-US" sz="255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nghiệm</a:t>
            </a:r>
            <a:r>
              <a:rPr lang="en-US" sz="2550" dirty="0" spc="-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550" dirty="0" spc="5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 hướng</a:t>
            </a:r>
            <a:r>
              <a:rPr lang="en-US" sz="255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dẫn</a:t>
            </a:r>
            <a:r>
              <a:rPr lang="en-US" sz="2550" dirty="0" spc="-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cũng</a:t>
            </a:r>
            <a:r>
              <a:rPr lang="en-US" sz="255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550" dirty="0" spc="-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bảo</a:t>
            </a:r>
            <a:r>
              <a:rPr lang="en-US" sz="2550" dirty="0" spc="14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đảm</a:t>
            </a:r>
            <a:r>
              <a:rPr lang="en-US" sz="2550" dirty="0" spc="-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mọi</a:t>
            </a:r>
            <a:r>
              <a:rPr lang="en-US" sz="255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phản</a:t>
            </a:r>
            <a:r>
              <a:rPr lang="en-US" sz="2550" dirty="0" spc="13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</a:t>
            </a:r>
            <a:r>
              <a:rPr lang="en-US" sz="2550" dirty="0" spc="-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hợp</a:t>
            </a:r>
            <a:r>
              <a:rPr lang="en-US" sz="255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lý.</a:t>
            </a:r>
            <a:r>
              <a:rPr lang="en-US" sz="255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255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kiểm cả</a:t>
            </a:r>
            <a:r>
              <a:rPr lang="en-US" sz="2550" dirty="0" spc="-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nội</a:t>
            </a:r>
            <a:r>
              <a:rPr lang="en-US" sz="255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dung</a:t>
            </a:r>
            <a:r>
              <a:rPr lang="en-US" sz="255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lẫn</a:t>
            </a:r>
            <a:r>
              <a:rPr lang="en-US" sz="2550" dirty="0" spc="-4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bối</a:t>
            </a:r>
            <a:r>
              <a:rPr lang="en-US" sz="255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cảnh.</a:t>
            </a:r>
            <a:endParaRPr lang="en-US" sz="2550" dirty="0"/>
          </a:p>
        </p:txBody>
      </p:sp>
      <p:sp>
        <p:nvSpPr>
          <p:cNvPr id="13" name="Text 10"/>
          <p:cNvSpPr/>
          <p:nvPr/>
        </p:nvSpPr>
        <p:spPr>
          <a:xfrm>
            <a:off x="762000" y="9525000"/>
            <a:ext cx="16383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25" dirty="0" spc="2" kern="0">
                <a:solidFill>
                  <a:srgbClr val="C8BDE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J01</a:t>
            </a:r>
            <a:r>
              <a:rPr lang="en-US" sz="1725" dirty="0" spc="-2" kern="0">
                <a:solidFill>
                  <a:srgbClr val="C8BDE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E1</a:t>
            </a:r>
            <a:r>
              <a:rPr lang="en-US" sz="1725" dirty="0" spc="0" kern="0">
                <a:solidFill>
                  <a:srgbClr val="C8BDE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 Tình huống giả</a:t>
            </a:r>
            <a:r>
              <a:rPr lang="en-US" sz="1725" dirty="0" spc="16" kern="0">
                <a:solidFill>
                  <a:srgbClr val="C8BDE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endParaRPr lang="en-US" sz="1725" dirty="0"/>
          </a:p>
        </p:txBody>
      </p:sp>
      <p:sp>
        <p:nvSpPr>
          <p:cNvPr id="14" name="Text 11"/>
          <p:cNvSpPr/>
          <p:nvPr/>
        </p:nvSpPr>
        <p:spPr>
          <a:xfrm>
            <a:off x="762000" y="9953625"/>
            <a:ext cx="157162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2" kern="0">
                <a:solidFill>
                  <a:srgbClr val="C8BDE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J01</a:t>
            </a:r>
            <a:r>
              <a:rPr lang="en-US" sz="1650" dirty="0" spc="0" kern="0">
                <a:solidFill>
                  <a:srgbClr val="C8BDE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" kern="0">
                <a:solidFill>
                  <a:srgbClr val="C8BDE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Visual edition</a:t>
            </a:r>
            <a:r>
              <a:rPr lang="en-US" sz="1650" dirty="0" spc="1" kern="0">
                <a:solidFill>
                  <a:srgbClr val="C8BDE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6" kern="0">
                <a:solidFill>
                  <a:srgbClr val="C8BDE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21/40</a:t>
            </a:r>
            <a:endParaRPr lang="en-US" sz="1650" dirty="0"/>
          </a:p>
        </p:txBody>
      </p:sp>
      <p:sp>
        <p:nvSpPr>
          <p:cNvPr id="15" name="Shape 1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6" name="Moda image moda-export-watermark-6ae8a1dc-15d9-4f0d-947c-bf9c0b0249ae" descr="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76250"/>
            <a:ext cx="153352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💬 E · Ý NGHĨA TRONG BỐI CẢNH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762000" y="1143000"/>
            <a:ext cx="16764000" cy="1476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500" b="1" dirty="0" spc="-28" kern="0">
                <a:solidFill>
                  <a:srgbClr val="20242A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Ví</a:t>
            </a:r>
            <a:r>
              <a:rPr lang="en-US" sz="4500" b="1" dirty="0" spc="4" kern="0">
                <a:solidFill>
                  <a:srgbClr val="20242A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dụ</a:t>
            </a:r>
            <a:r>
              <a:rPr lang="en-US" sz="4500" b="1" dirty="0" spc="9" kern="0">
                <a:solidFill>
                  <a:srgbClr val="20242A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2:</a:t>
            </a:r>
            <a:r>
              <a:rPr lang="en-US" sz="4500" b="1" dirty="0" spc="3" kern="0">
                <a:solidFill>
                  <a:srgbClr val="20242A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Minh mơ</a:t>
            </a:r>
            <a:r>
              <a:rPr lang="en-US" sz="4500" b="1" dirty="0" spc="-7" kern="0">
                <a:solidFill>
                  <a:srgbClr val="20242A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mình</a:t>
            </a:r>
            <a:r>
              <a:rPr lang="en-US" sz="4500" b="1" dirty="0" spc="2" kern="0">
                <a:solidFill>
                  <a:srgbClr val="20242A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không</a:t>
            </a:r>
            <a:r>
              <a:rPr lang="en-US" sz="4500" b="1" dirty="0" spc="-9" kern="0">
                <a:solidFill>
                  <a:srgbClr val="20242A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tìm</a:t>
            </a:r>
            <a:r>
              <a:rPr lang="en-US" sz="4500" b="1" dirty="0" spc="-46" kern="0">
                <a:solidFill>
                  <a:srgbClr val="20242A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được</a:t>
            </a:r>
            <a:r>
              <a:rPr lang="en-US" sz="4500" b="1" dirty="0" spc="3" kern="0">
                <a:solidFill>
                  <a:srgbClr val="20242A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phòng</a:t>
            </a:r>
            <a:r>
              <a:rPr lang="en-US" sz="4500" b="1" dirty="0" spc="-1" kern="0">
                <a:solidFill>
                  <a:srgbClr val="20242A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họp</a:t>
            </a:r>
            <a:endParaRPr lang="en-US" sz="4500" dirty="0"/>
          </a:p>
        </p:txBody>
      </p:sp>
      <p:pic>
        <p:nvPicPr>
          <p:cNvPr id="4" name="Moda flattened rect-1792822573607-84328111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602075" y="409575"/>
            <a:ext cx="590550" cy="59055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62000" y="2857500"/>
            <a:ext cx="5715000" cy="3476625"/>
          </a:xfrm>
          <a:prstGeom prst="roundRect">
            <a:avLst>
              <a:gd name="adj" fmla="val 3288"/>
            </a:avLst>
          </a:prstGeom>
          <a:solidFill>
            <a:srgbClr val="EDE8F5"/>
          </a:solidFill>
          <a:ln/>
        </p:spPr>
      </p:sp>
      <p:sp>
        <p:nvSpPr>
          <p:cNvPr id="6" name="Text 3"/>
          <p:cNvSpPr/>
          <p:nvPr/>
        </p:nvSpPr>
        <p:spPr>
          <a:xfrm>
            <a:off x="1143000" y="3286125"/>
            <a:ext cx="49530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 spc="4" kern="0">
                <a:solidFill>
                  <a:srgbClr val="493C89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Bối</a:t>
            </a:r>
            <a:r>
              <a:rPr lang="en-US" sz="3000" b="1" dirty="0" spc="1" kern="0">
                <a:solidFill>
                  <a:srgbClr val="493C89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cảnh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1143000" y="4429125"/>
            <a:ext cx="4953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75" dirty="0" spc="-25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Vừa</a:t>
            </a:r>
            <a:r>
              <a:rPr lang="en-US" sz="2775" dirty="0" spc="12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</a:t>
            </a:r>
            <a:r>
              <a:rPr lang="en-US" sz="2775" dirty="0" spc="-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công việc.</a:t>
            </a:r>
            <a:endParaRPr lang="en-US" sz="2775" dirty="0"/>
          </a:p>
        </p:txBody>
      </p:sp>
      <p:sp>
        <p:nvSpPr>
          <p:cNvPr id="8" name="Text 5"/>
          <p:cNvSpPr/>
          <p:nvPr/>
        </p:nvSpPr>
        <p:spPr>
          <a:xfrm>
            <a:off x="7905750" y="3095625"/>
            <a:ext cx="885825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 spc="-4" kern="0">
                <a:solidFill>
                  <a:srgbClr val="493C89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Ý</a:t>
            </a:r>
            <a:r>
              <a:rPr lang="en-US" sz="2850" b="1" dirty="0" spc="-2" kern="0">
                <a:solidFill>
                  <a:srgbClr val="493C89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nghĩa</a:t>
            </a:r>
            <a:endParaRPr lang="en-US" sz="2850" dirty="0"/>
          </a:p>
        </p:txBody>
      </p:sp>
      <p:sp>
        <p:nvSpPr>
          <p:cNvPr id="9" name="Text 6"/>
          <p:cNvSpPr/>
          <p:nvPr/>
        </p:nvSpPr>
        <p:spPr>
          <a:xfrm>
            <a:off x="7905750" y="3857625"/>
            <a:ext cx="885825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25" dirty="0" spc="1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Chưa</a:t>
            </a:r>
            <a:r>
              <a:rPr lang="en-US" sz="2625" dirty="0" spc="-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cảm</a:t>
            </a:r>
            <a:r>
              <a:rPr lang="en-US" sz="2625" dirty="0" spc="-5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thấy</a:t>
            </a:r>
            <a:r>
              <a:rPr lang="en-US" sz="2625" dirty="0" spc="-2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thuộc</a:t>
            </a:r>
            <a:r>
              <a:rPr lang="en-US" sz="2625" dirty="0" spc="-13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về.</a:t>
            </a:r>
            <a:endParaRPr lang="en-US" sz="2625" dirty="0"/>
          </a:p>
        </p:txBody>
      </p:sp>
      <p:sp>
        <p:nvSpPr>
          <p:cNvPr id="10" name="Text 7"/>
          <p:cNvSpPr/>
          <p:nvPr/>
        </p:nvSpPr>
        <p:spPr>
          <a:xfrm>
            <a:off x="7905750" y="4762500"/>
            <a:ext cx="885825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 spc="-16" kern="0">
                <a:solidFill>
                  <a:srgbClr val="493C89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Giới</a:t>
            </a:r>
            <a:r>
              <a:rPr lang="en-US" sz="2850" b="1" dirty="0" spc="0" kern="0">
                <a:solidFill>
                  <a:srgbClr val="493C89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hạn</a:t>
            </a:r>
            <a:endParaRPr lang="en-US" sz="2850" dirty="0"/>
          </a:p>
        </p:txBody>
      </p:sp>
      <p:sp>
        <p:nvSpPr>
          <p:cNvPr id="11" name="Text 8"/>
          <p:cNvSpPr/>
          <p:nvPr/>
        </p:nvSpPr>
        <p:spPr>
          <a:xfrm>
            <a:off x="7905750" y="5524500"/>
            <a:ext cx="885825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25" dirty="0" spc="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2625" dirty="0" spc="-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625" dirty="0" spc="2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nghĩa</a:t>
            </a:r>
            <a:r>
              <a:rPr lang="en-US" sz="2625" dirty="0" spc="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cố</a:t>
            </a:r>
            <a:r>
              <a:rPr lang="en-US" sz="2625" dirty="0" spc="24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r>
              <a:rPr lang="en-US" sz="2625" dirty="0" spc="-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625" dirty="0" spc="39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</a:t>
            </a:r>
            <a:r>
              <a:rPr lang="en-US" sz="2625" dirty="0" spc="-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lạc.</a:t>
            </a:r>
            <a:endParaRPr lang="en-US" sz="2625" dirty="0"/>
          </a:p>
        </p:txBody>
      </p:sp>
      <p:sp>
        <p:nvSpPr>
          <p:cNvPr id="12" name="Text 9"/>
          <p:cNvSpPr/>
          <p:nvPr/>
        </p:nvSpPr>
        <p:spPr>
          <a:xfrm>
            <a:off x="857250" y="7048500"/>
            <a:ext cx="16383000" cy="209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Sau khi</a:t>
            </a:r>
            <a:r>
              <a:rPr lang="en-US" sz="2550" dirty="0" spc="12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</a:t>
            </a:r>
            <a:r>
              <a:rPr lang="en-US" sz="2550" dirty="0" spc="-3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việc,</a:t>
            </a:r>
            <a:r>
              <a:rPr lang="en-US" sz="2550" dirty="0" spc="-2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Minh</a:t>
            </a:r>
            <a:r>
              <a:rPr lang="en-US" sz="2550" dirty="0" spc="-6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thấy</a:t>
            </a:r>
            <a:r>
              <a:rPr lang="en-US" sz="2550" dirty="0" spc="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giấc mơ</a:t>
            </a:r>
            <a:r>
              <a:rPr lang="en-US" sz="2550" dirty="0" spc="34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</a:t>
            </a:r>
            <a:r>
              <a:rPr lang="en-US" sz="2550" dirty="0" spc="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lạc diễn</a:t>
            </a:r>
            <a:r>
              <a:rPr lang="en-US" sz="2550" dirty="0" spc="2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đạt</a:t>
            </a:r>
            <a:r>
              <a:rPr lang="en-US" sz="2550" dirty="0" spc="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cảm</a:t>
            </a:r>
            <a:r>
              <a:rPr lang="en-US" sz="2550" dirty="0" spc="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giác</a:t>
            </a:r>
            <a:r>
              <a:rPr lang="en-US" sz="2550" dirty="0" spc="6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</a:t>
            </a:r>
            <a:r>
              <a:rPr lang="en-US" sz="2550" dirty="0" spc="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thuộc</a:t>
            </a:r>
            <a:r>
              <a:rPr lang="en-US" sz="2550" dirty="0" spc="-19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về</a:t>
            </a:r>
            <a:r>
              <a:rPr lang="en-US" sz="2550" dirty="0" spc="-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nơi</a:t>
            </a:r>
            <a:r>
              <a:rPr lang="en-US" sz="2550" dirty="0" spc="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mới.</a:t>
            </a:r>
            <a:r>
              <a:rPr lang="en-US" sz="2550" dirty="0" spc="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Cách</a:t>
            </a:r>
            <a:r>
              <a:rPr lang="en-US" sz="2550" dirty="0" spc="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hiểu</a:t>
            </a:r>
            <a:r>
              <a:rPr lang="en-US" sz="2550" dirty="0" spc="-12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ấy</a:t>
            </a:r>
            <a:r>
              <a:rPr lang="en-US" sz="2550" dirty="0" spc="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550" dirty="0" spc="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r>
              <a:rPr lang="en-US" sz="2550" dirty="0" spc="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550" dirty="0" spc="-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ý</a:t>
            </a:r>
            <a:r>
              <a:rPr lang="en-US" sz="2550" dirty="0" spc="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nghĩa</a:t>
            </a:r>
            <a:r>
              <a:rPr lang="en-US" sz="2550" dirty="0" spc="-14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2550" dirty="0" spc="-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Minh</a:t>
            </a:r>
            <a:r>
              <a:rPr lang="en-US" sz="2550" dirty="0" spc="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mà</a:t>
            </a:r>
            <a:r>
              <a:rPr lang="en-US" sz="2550" dirty="0" spc="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550" dirty="0" spc="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2550" dirty="0" spc="6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550" dirty="0" spc="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nâng</a:t>
            </a:r>
            <a:r>
              <a:rPr lang="en-US" sz="2550" dirty="0" spc="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thành quy</a:t>
            </a:r>
            <a:r>
              <a:rPr lang="en-US" sz="2550" dirty="0" spc="-8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luật</a:t>
            </a:r>
            <a:r>
              <a:rPr lang="en-US" sz="2550" dirty="0" spc="-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550" dirty="0" spc="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mọi</a:t>
            </a:r>
            <a:r>
              <a:rPr lang="en-US" sz="2550" dirty="0" spc="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giấc</a:t>
            </a:r>
            <a:r>
              <a:rPr lang="en-US" sz="2550" dirty="0" spc="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mơ</a:t>
            </a:r>
            <a:r>
              <a:rPr lang="en-US" sz="2550" dirty="0" spc="6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tương</a:t>
            </a:r>
            <a:r>
              <a:rPr lang="en-US" sz="2550" dirty="0" spc="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tự.</a:t>
            </a:r>
            <a:r>
              <a:rPr lang="en-US" sz="2550" dirty="0" spc="-2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</a:t>
            </a:r>
            <a:r>
              <a:rPr lang="en-US" sz="2550" dirty="0" spc="22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điều</a:t>
            </a:r>
            <a:r>
              <a:rPr lang="en-US" sz="2550" dirty="0" spc="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gì</a:t>
            </a:r>
            <a:r>
              <a:rPr lang="en-US" sz="2550" dirty="0" spc="-16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550" dirty="0" spc="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2550" dirty="0" spc="-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ảnh</a:t>
            </a:r>
            <a:r>
              <a:rPr lang="en-US" sz="2550" dirty="0" spc="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quan</a:t>
            </a:r>
            <a:r>
              <a:rPr lang="en-US" sz="2550" dirty="0" spc="-16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trọng với</a:t>
            </a:r>
            <a:r>
              <a:rPr lang="en-US" sz="2550" dirty="0" spc="5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550" dirty="0" spc="-36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kể</a:t>
            </a:r>
            <a:r>
              <a:rPr lang="en-US" sz="2550" dirty="0" spc="-19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dirty="0" spc="12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đời</a:t>
            </a:r>
            <a:r>
              <a:rPr lang="en-US" sz="2550" dirty="0" spc="-6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sống</a:t>
            </a:r>
            <a:r>
              <a:rPr lang="en-US" sz="2550" dirty="0" spc="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hiện</a:t>
            </a:r>
            <a:r>
              <a:rPr lang="en-US" sz="2550" dirty="0" spc="-12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tại</a:t>
            </a:r>
            <a:r>
              <a:rPr lang="en-US" sz="2550" dirty="0" spc="1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đang</a:t>
            </a:r>
            <a:r>
              <a:rPr lang="en-US" sz="2550" dirty="0" spc="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550" dirty="0" spc="2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gì</a:t>
            </a:r>
            <a:r>
              <a:rPr lang="en-US" sz="2550" dirty="0" spc="-9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sẽ</a:t>
            </a:r>
            <a:r>
              <a:rPr lang="en-US" sz="2550" dirty="0" spc="-18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tốt</a:t>
            </a:r>
            <a:r>
              <a:rPr lang="en-US" sz="2550" dirty="0" spc="-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 dùng</a:t>
            </a:r>
            <a:r>
              <a:rPr lang="en-US" sz="2550" dirty="0" spc="-5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550" dirty="0" spc="-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2550" dirty="0" spc="2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điển</a:t>
            </a:r>
            <a:r>
              <a:rPr lang="en-US" sz="2550" dirty="0" spc="2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biểu</a:t>
            </a:r>
            <a:r>
              <a:rPr lang="en-US" sz="2550" dirty="0" spc="6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tượng.</a:t>
            </a:r>
            <a:r>
              <a:rPr lang="en-US" sz="2550" dirty="0" spc="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Cảm</a:t>
            </a:r>
            <a:r>
              <a:rPr lang="en-US" sz="2550" dirty="0" spc="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giác</a:t>
            </a:r>
            <a:r>
              <a:rPr lang="en-US" sz="2550" dirty="0" spc="-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</a:t>
            </a:r>
            <a:r>
              <a:rPr lang="en-US" sz="2550" dirty="0" spc="-34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</a:t>
            </a:r>
            <a:r>
              <a:rPr lang="en-US" sz="2550" dirty="0" spc="-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ý</a:t>
            </a:r>
            <a:r>
              <a:rPr lang="en-US" sz="2550" dirty="0" spc="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nghĩa</a:t>
            </a:r>
            <a:r>
              <a:rPr lang="en-US" sz="2550" dirty="0" spc="6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</a:t>
            </a:r>
            <a:r>
              <a:rPr lang="en-US" sz="2550" dirty="0" spc="-19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xác</a:t>
            </a:r>
            <a:r>
              <a:rPr lang="en-US" sz="2550" dirty="0" spc="2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r>
              <a:rPr lang="en-US" sz="2550" dirty="0" spc="6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550" dirty="0" spc="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2550" dirty="0" spc="-16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gốc</a:t>
            </a:r>
            <a:r>
              <a:rPr lang="en-US" sz="2550" dirty="0" spc="-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550" dirty="0" spc="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 ảnh.</a:t>
            </a:r>
            <a:endParaRPr lang="en-US" sz="2550" dirty="0"/>
          </a:p>
        </p:txBody>
      </p:sp>
      <p:sp>
        <p:nvSpPr>
          <p:cNvPr id="13" name="Text 10"/>
          <p:cNvSpPr/>
          <p:nvPr/>
        </p:nvSpPr>
        <p:spPr>
          <a:xfrm>
            <a:off x="762000" y="9525000"/>
            <a:ext cx="16383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25" dirty="0" spc="2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J01</a:t>
            </a:r>
            <a:r>
              <a:rPr lang="en-US" sz="1725" dirty="0" spc="-3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E2</a:t>
            </a:r>
            <a:r>
              <a:rPr lang="en-US" sz="1725" dirty="0" spc="-1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725" dirty="0" spc="0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Tình huống</a:t>
            </a:r>
            <a:r>
              <a:rPr lang="en-US" sz="1725" dirty="0" spc="1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</a:t>
            </a:r>
            <a:r>
              <a:rPr lang="en-US" sz="1725" dirty="0" spc="15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endParaRPr lang="en-US" sz="1725" dirty="0"/>
          </a:p>
        </p:txBody>
      </p:sp>
      <p:sp>
        <p:nvSpPr>
          <p:cNvPr id="14" name="Text 11"/>
          <p:cNvSpPr/>
          <p:nvPr/>
        </p:nvSpPr>
        <p:spPr>
          <a:xfrm>
            <a:off x="762000" y="9953625"/>
            <a:ext cx="157162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2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J01</a:t>
            </a:r>
            <a:r>
              <a:rPr lang="en-US" sz="1650" dirty="0" spc="0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Visual edition</a:t>
            </a:r>
            <a:r>
              <a:rPr lang="en-US" sz="1650" dirty="0" spc="1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5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22/40</a:t>
            </a:r>
            <a:endParaRPr lang="en-US" sz="1650" dirty="0"/>
          </a:p>
        </p:txBody>
      </p:sp>
      <p:sp>
        <p:nvSpPr>
          <p:cNvPr id="15" name="Shape 1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6" name="Moda image moda-export-watermark-b04a6c04-2e44-4b45-b4d1-75169c9d6092" descr="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76250"/>
            <a:ext cx="153352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💬 E · NGUỒN CÓ GÓC NHÌN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762000" y="1143000"/>
            <a:ext cx="16764000" cy="1476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500" b="1" dirty="0" spc="-28" kern="0">
                <a:solidFill>
                  <a:srgbClr val="20242A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Ví</a:t>
            </a:r>
            <a:r>
              <a:rPr lang="en-US" sz="4500" b="1" dirty="0" spc="4" kern="0">
                <a:solidFill>
                  <a:srgbClr val="20242A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dụ 3:</a:t>
            </a:r>
            <a:r>
              <a:rPr lang="en-US" sz="4500" b="1" dirty="0" spc="-9" kern="0">
                <a:solidFill>
                  <a:srgbClr val="20242A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một</a:t>
            </a:r>
            <a:r>
              <a:rPr lang="en-US" sz="4500" b="1" dirty="0" spc="3" kern="0">
                <a:solidFill>
                  <a:srgbClr val="20242A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dự</a:t>
            </a:r>
            <a:r>
              <a:rPr lang="en-US" sz="4500" b="1" dirty="0" spc="2" kern="0">
                <a:solidFill>
                  <a:srgbClr val="20242A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án,</a:t>
            </a:r>
            <a:r>
              <a:rPr lang="en-US" sz="4500" b="1" dirty="0" spc="1" kern="0">
                <a:solidFill>
                  <a:srgbClr val="20242A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hai</a:t>
            </a:r>
            <a:r>
              <a:rPr lang="en-US" sz="4500" b="1" dirty="0" spc="3" kern="0">
                <a:solidFill>
                  <a:srgbClr val="20242A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câu</a:t>
            </a:r>
            <a:r>
              <a:rPr lang="en-US" sz="4500" b="1" dirty="0" spc="2" kern="0">
                <a:solidFill>
                  <a:srgbClr val="20242A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chuyện</a:t>
            </a:r>
            <a:r>
              <a:rPr lang="en-US" sz="4500" b="1" dirty="0" spc="-3" kern="0">
                <a:solidFill>
                  <a:srgbClr val="20242A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thất</a:t>
            </a:r>
            <a:r>
              <a:rPr lang="en-US" sz="4500" b="1" dirty="0" spc="0" kern="0">
                <a:solidFill>
                  <a:srgbClr val="20242A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bại</a:t>
            </a:r>
            <a:endParaRPr lang="en-US" sz="4500" dirty="0"/>
          </a:p>
        </p:txBody>
      </p:sp>
      <p:pic>
        <p:nvPicPr>
          <p:cNvPr id="4" name="Moda flattened rect-1792822576440-240165207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602075" y="409575"/>
            <a:ext cx="590550" cy="59055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62000" y="2857500"/>
            <a:ext cx="16478250" cy="3476625"/>
          </a:xfrm>
          <a:prstGeom prst="roundRect">
            <a:avLst>
              <a:gd name="adj" fmla="val 3288"/>
            </a:avLst>
          </a:prstGeom>
          <a:solidFill>
            <a:srgbClr val="EDE8F5"/>
          </a:solidFill>
          <a:ln/>
        </p:spPr>
      </p:sp>
      <p:sp>
        <p:nvSpPr>
          <p:cNvPr id="6" name="Text 3"/>
          <p:cNvSpPr/>
          <p:nvPr/>
        </p:nvSpPr>
        <p:spPr>
          <a:xfrm>
            <a:off x="1047750" y="3190875"/>
            <a:ext cx="381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1" kern="0">
                <a:solidFill>
                  <a:srgbClr val="493C89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Câu</a:t>
            </a:r>
            <a:r>
              <a:rPr lang="en-US" sz="2700" b="1" dirty="0" spc="5" kern="0">
                <a:solidFill>
                  <a:srgbClr val="493C89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chuyện</a:t>
            </a:r>
            <a:r>
              <a:rPr lang="en-US" sz="2700" b="1" dirty="0" spc="0" kern="0">
                <a:solidFill>
                  <a:srgbClr val="493C89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A</a:t>
            </a:r>
            <a:endParaRPr lang="en-US" sz="2700" dirty="0"/>
          </a:p>
        </p:txBody>
      </p:sp>
      <p:sp>
        <p:nvSpPr>
          <p:cNvPr id="7" name="Text 4"/>
          <p:cNvSpPr/>
          <p:nvPr/>
        </p:nvSpPr>
        <p:spPr>
          <a:xfrm>
            <a:off x="5524500" y="3190875"/>
            <a:ext cx="11239500" cy="809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25" dirty="0" spc="-36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Vấn</a:t>
            </a:r>
            <a:r>
              <a:rPr lang="en-US" sz="2625" dirty="0" spc="18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đề</a:t>
            </a:r>
            <a:r>
              <a:rPr lang="en-US" sz="2625" dirty="0" spc="-14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quyền</a:t>
            </a:r>
            <a:r>
              <a:rPr lang="en-US" sz="2625" dirty="0" spc="-19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quyết</a:t>
            </a:r>
            <a:r>
              <a:rPr lang="en-US" sz="2625" dirty="0" spc="2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định.</a:t>
            </a:r>
            <a:endParaRPr lang="en-US" sz="2625" dirty="0"/>
          </a:p>
        </p:txBody>
      </p:sp>
      <p:sp>
        <p:nvSpPr>
          <p:cNvPr id="8" name="Connector line-1792822576443-513588907"/>
          <p:cNvSpPr/>
          <p:nvPr/>
        </p:nvSpPr>
        <p:spPr>
          <a:xfrm>
            <a:off x="1047750" y="4048125"/>
            <a:ext cx="15906750" cy="0"/>
          </a:xfrm>
          <a:prstGeom prst="line">
            <a:avLst/>
          </a:prstGeom>
          <a:noFill/>
          <a:ln w="28575">
            <a:solidFill>
              <a:srgbClr val="493C89"/>
            </a:solidFill>
            <a:prstDash val="solid"/>
            <a:headEnd type="none"/>
            <a:tailEnd type="none"/>
          </a:ln>
        </p:spPr>
      </p:sp>
      <p:sp>
        <p:nvSpPr>
          <p:cNvPr id="9" name="Text 6"/>
          <p:cNvSpPr/>
          <p:nvPr/>
        </p:nvSpPr>
        <p:spPr>
          <a:xfrm>
            <a:off x="1047750" y="4286250"/>
            <a:ext cx="381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1" kern="0">
                <a:solidFill>
                  <a:srgbClr val="493C89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Câu</a:t>
            </a:r>
            <a:r>
              <a:rPr lang="en-US" sz="2700" b="1" dirty="0" spc="5" kern="0">
                <a:solidFill>
                  <a:srgbClr val="493C89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chuyện</a:t>
            </a:r>
            <a:r>
              <a:rPr lang="en-US" sz="2700" b="1" dirty="0" spc="1" kern="0">
                <a:solidFill>
                  <a:srgbClr val="493C89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B</a:t>
            </a:r>
            <a:endParaRPr lang="en-US" sz="2700" dirty="0"/>
          </a:p>
        </p:txBody>
      </p:sp>
      <p:sp>
        <p:nvSpPr>
          <p:cNvPr id="10" name="Text 7"/>
          <p:cNvSpPr/>
          <p:nvPr/>
        </p:nvSpPr>
        <p:spPr>
          <a:xfrm>
            <a:off x="5524500" y="4286250"/>
            <a:ext cx="11239500" cy="809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25" dirty="0" spc="-36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Vấn</a:t>
            </a:r>
            <a:r>
              <a:rPr lang="en-US" sz="2625" dirty="0" spc="18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đề</a:t>
            </a:r>
            <a:r>
              <a:rPr lang="en-US" sz="2625" dirty="0" spc="3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phối</a:t>
            </a:r>
            <a:r>
              <a:rPr lang="en-US" sz="2625" dirty="0" spc="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hợp công</a:t>
            </a:r>
            <a:r>
              <a:rPr lang="en-US" sz="2625" dirty="0" spc="-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việc.</a:t>
            </a:r>
            <a:endParaRPr lang="en-US" sz="2625" dirty="0"/>
          </a:p>
        </p:txBody>
      </p:sp>
      <p:sp>
        <p:nvSpPr>
          <p:cNvPr id="11" name="Connector line-1792822576445-628878859"/>
          <p:cNvSpPr/>
          <p:nvPr/>
        </p:nvSpPr>
        <p:spPr>
          <a:xfrm>
            <a:off x="1047750" y="5143500"/>
            <a:ext cx="15906750" cy="0"/>
          </a:xfrm>
          <a:prstGeom prst="line">
            <a:avLst/>
          </a:prstGeom>
          <a:noFill/>
          <a:ln w="28575">
            <a:solidFill>
              <a:srgbClr val="493C89"/>
            </a:solidFill>
            <a:prstDash val="solid"/>
            <a:headEnd type="none"/>
            <a:tailEnd type="none"/>
          </a:ln>
        </p:spPr>
      </p:sp>
      <p:sp>
        <p:nvSpPr>
          <p:cNvPr id="12" name="Text 9"/>
          <p:cNvSpPr/>
          <p:nvPr/>
        </p:nvSpPr>
        <p:spPr>
          <a:xfrm>
            <a:off x="1047750" y="5381625"/>
            <a:ext cx="381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0" kern="0">
                <a:solidFill>
                  <a:srgbClr val="493C89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Đối</a:t>
            </a:r>
            <a:r>
              <a:rPr lang="en-US" sz="2700" b="1" dirty="0" spc="5" kern="0">
                <a:solidFill>
                  <a:srgbClr val="493C89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chiếu</a:t>
            </a:r>
            <a:endParaRPr lang="en-US" sz="2700" dirty="0"/>
          </a:p>
        </p:txBody>
      </p:sp>
      <p:sp>
        <p:nvSpPr>
          <p:cNvPr id="13" name="Text 10"/>
          <p:cNvSpPr/>
          <p:nvPr/>
        </p:nvSpPr>
        <p:spPr>
          <a:xfrm>
            <a:off x="5524500" y="5381625"/>
            <a:ext cx="11239500" cy="809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25" dirty="0" spc="-135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Tư</a:t>
            </a:r>
            <a:r>
              <a:rPr lang="en-US" sz="2625" dirty="0" spc="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625" dirty="0" spc="2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chung</a:t>
            </a:r>
            <a:r>
              <a:rPr lang="en-US" sz="2625" dirty="0" spc="-17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625" dirty="0" spc="22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điều</a:t>
            </a:r>
            <a:r>
              <a:rPr lang="en-US" sz="2625" dirty="0" spc="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còn</a:t>
            </a:r>
            <a:r>
              <a:rPr lang="en-US" sz="2625" dirty="0" spc="2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thiếu.</a:t>
            </a:r>
            <a:endParaRPr lang="en-US" sz="2625" dirty="0"/>
          </a:p>
        </p:txBody>
      </p:sp>
      <p:sp>
        <p:nvSpPr>
          <p:cNvPr id="14" name="Text 11"/>
          <p:cNvSpPr/>
          <p:nvPr/>
        </p:nvSpPr>
        <p:spPr>
          <a:xfrm>
            <a:off x="857250" y="7048500"/>
            <a:ext cx="16383000" cy="209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Thành</a:t>
            </a:r>
            <a:r>
              <a:rPr lang="en-US" sz="2550" dirty="0" spc="-2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viên</a:t>
            </a:r>
            <a:r>
              <a:rPr lang="en-US" sz="2550" dirty="0" spc="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nói</a:t>
            </a:r>
            <a:r>
              <a:rPr lang="en-US" sz="2550" dirty="0" spc="5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trưởng</a:t>
            </a:r>
            <a:r>
              <a:rPr lang="en-US" sz="2550" dirty="0" spc="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nhóm</a:t>
            </a:r>
            <a:r>
              <a:rPr lang="en-US" sz="2550" dirty="0" spc="9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độc</a:t>
            </a:r>
            <a:r>
              <a:rPr lang="en-US" sz="2550" dirty="0" spc="6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đoán;</a:t>
            </a:r>
            <a:r>
              <a:rPr lang="en-US" sz="2550" dirty="0" spc="5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trưởng</a:t>
            </a:r>
            <a:r>
              <a:rPr lang="en-US" sz="2550" dirty="0" spc="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nhóm</a:t>
            </a:r>
            <a:r>
              <a:rPr lang="en-US" sz="2550" dirty="0" spc="-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nói</a:t>
            </a:r>
            <a:r>
              <a:rPr lang="en-US" sz="2550" dirty="0" spc="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thành</a:t>
            </a:r>
            <a:r>
              <a:rPr lang="en-US" sz="2550" dirty="0" spc="-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viên</a:t>
            </a:r>
            <a:r>
              <a:rPr lang="en-US" sz="2550" dirty="0" spc="2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thiếu</a:t>
            </a:r>
            <a:r>
              <a:rPr lang="en-US" sz="2550" dirty="0" spc="-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kỷ</a:t>
            </a:r>
            <a:r>
              <a:rPr lang="en-US" sz="2550" dirty="0" spc="-6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luật.</a:t>
            </a:r>
            <a:r>
              <a:rPr lang="en-US" sz="2550" dirty="0" spc="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Mỗi</a:t>
            </a:r>
            <a:r>
              <a:rPr lang="en-US" sz="2550" dirty="0" spc="2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câu</a:t>
            </a:r>
            <a:r>
              <a:rPr lang="en-US" sz="2550" dirty="0" spc="-12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chuyện</a:t>
            </a:r>
            <a:r>
              <a:rPr lang="en-US" sz="2550" dirty="0" spc="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550" dirty="0" spc="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r>
              <a:rPr lang="en-US" sz="2550" dirty="0" spc="6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chứa</a:t>
            </a:r>
            <a:r>
              <a:rPr lang="en-US" sz="2550" dirty="0" spc="-2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550" dirty="0" spc="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kiện</a:t>
            </a:r>
            <a:r>
              <a:rPr lang="en-US" sz="2550" dirty="0" spc="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lẫn cách chọn</a:t>
            </a:r>
            <a:r>
              <a:rPr lang="en-US" sz="2550" dirty="0" spc="-19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dirty="0" spc="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nhấn mạnh</a:t>
            </a:r>
            <a:r>
              <a:rPr lang="en-US" sz="2550" dirty="0" spc="-2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550" dirty="0" spc="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kiện.</a:t>
            </a:r>
            <a:r>
              <a:rPr lang="en-US" sz="2550" dirty="0" spc="-1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Thay</a:t>
            </a:r>
            <a:r>
              <a:rPr lang="en-US" sz="2550" dirty="0" spc="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vì</a:t>
            </a:r>
            <a:r>
              <a:rPr lang="en-US" sz="2550" dirty="0" spc="-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chọn</a:t>
            </a:r>
            <a:r>
              <a:rPr lang="en-US" sz="2550" dirty="0" spc="6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trước</a:t>
            </a:r>
            <a:r>
              <a:rPr lang="en-US" sz="2550" dirty="0" spc="5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550" dirty="0" spc="-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hùng</a:t>
            </a:r>
            <a:r>
              <a:rPr lang="en-US" sz="2550" dirty="0" spc="-19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dirty="0" spc="5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550" dirty="0" spc="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cản</a:t>
            </a:r>
            <a:r>
              <a:rPr lang="en-US" sz="2550" dirty="0" spc="-2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trở,</a:t>
            </a:r>
            <a:r>
              <a:rPr lang="en-US" sz="2550" dirty="0" spc="-1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hãy</a:t>
            </a:r>
            <a:r>
              <a:rPr lang="en-US" sz="2550" dirty="0" spc="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kiểm</a:t>
            </a:r>
            <a:r>
              <a:rPr lang="en-US" sz="2550" dirty="0" spc="-9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nhật</a:t>
            </a:r>
            <a:r>
              <a:rPr lang="en-US" sz="2550" dirty="0" spc="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ký</a:t>
            </a:r>
            <a:r>
              <a:rPr lang="en-US" sz="2550" dirty="0" spc="-17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quyết</a:t>
            </a:r>
            <a:r>
              <a:rPr lang="en-US" sz="2550" dirty="0" spc="17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định,</a:t>
            </a:r>
            <a:r>
              <a:rPr lang="en-US" sz="2550" dirty="0" spc="-2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trao</a:t>
            </a:r>
            <a:r>
              <a:rPr lang="en-US" sz="2550" dirty="0" spc="13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</a:t>
            </a:r>
            <a:r>
              <a:rPr lang="en-US" sz="2550" dirty="0" spc="-19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dirty="0" spc="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tiến</a:t>
            </a:r>
            <a:r>
              <a:rPr lang="en-US" sz="2550" dirty="0" spc="13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độ.</a:t>
            </a:r>
            <a:r>
              <a:rPr lang="en-US" sz="2550" dirty="0" spc="-89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Tư</a:t>
            </a:r>
            <a:r>
              <a:rPr lang="en-US" sz="2550" dirty="0" spc="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550" dirty="0" spc="18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đó</a:t>
            </a:r>
            <a:r>
              <a:rPr lang="en-US" sz="2550" dirty="0" spc="-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cũng</a:t>
            </a:r>
            <a:r>
              <a:rPr lang="en-US" sz="2550" dirty="0" spc="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 ghi</a:t>
            </a:r>
            <a:r>
              <a:rPr lang="en-US" sz="2550" dirty="0" spc="-5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hết</a:t>
            </a:r>
            <a:r>
              <a:rPr lang="en-US" sz="2550" dirty="0" spc="-2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trải</a:t>
            </a:r>
            <a:r>
              <a:rPr lang="en-US" sz="2550" dirty="0" spc="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nghiệm</a:t>
            </a:r>
            <a:r>
              <a:rPr lang="en-US" sz="2550" dirty="0" spc="8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riêng.</a:t>
            </a:r>
            <a:r>
              <a:rPr lang="en-US" sz="2550" dirty="0" spc="-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</a:t>
            </a:r>
            <a:r>
              <a:rPr lang="en-US" sz="2550" dirty="0" spc="-3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bên</a:t>
            </a:r>
            <a:r>
              <a:rPr lang="en-US" sz="2550" dirty="0" spc="-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550" dirty="0" spc="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 khác nhau</a:t>
            </a:r>
            <a:r>
              <a:rPr lang="en-US" sz="2550" dirty="0" spc="-9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thật</a:t>
            </a:r>
            <a:r>
              <a:rPr lang="en-US" sz="2550" dirty="0" spc="-18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về</a:t>
            </a:r>
            <a:r>
              <a:rPr lang="en-US" sz="2550" dirty="0" spc="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</a:t>
            </a:r>
            <a:r>
              <a:rPr lang="en-US" sz="2550" dirty="0" spc="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cách</a:t>
            </a:r>
            <a:r>
              <a:rPr lang="en-US" sz="2550" dirty="0" spc="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r>
              <a:rPr lang="en-US" sz="2550" dirty="0" spc="-3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</a:t>
            </a:r>
            <a:r>
              <a:rPr lang="en-US" sz="2550" dirty="0" spc="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lẫn</a:t>
            </a:r>
            <a:r>
              <a:rPr lang="en-US" sz="2550" dirty="0" spc="-14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quyền</a:t>
            </a:r>
            <a:r>
              <a:rPr lang="en-US" sz="2550" dirty="0" spc="-18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quyết</a:t>
            </a:r>
            <a:r>
              <a:rPr lang="en-US" sz="2550" dirty="0" spc="18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định.</a:t>
            </a:r>
            <a:endParaRPr lang="en-US" sz="2550" dirty="0"/>
          </a:p>
        </p:txBody>
      </p:sp>
      <p:sp>
        <p:nvSpPr>
          <p:cNvPr id="15" name="Text 12"/>
          <p:cNvSpPr/>
          <p:nvPr/>
        </p:nvSpPr>
        <p:spPr>
          <a:xfrm>
            <a:off x="762000" y="9525000"/>
            <a:ext cx="16383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25" dirty="0" spc="2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J01</a:t>
            </a:r>
            <a:r>
              <a:rPr lang="en-US" sz="1725" dirty="0" spc="-2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E3</a:t>
            </a:r>
            <a:r>
              <a:rPr lang="en-US" sz="1725" dirty="0" spc="-1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725" dirty="0" spc="0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Tình huống</a:t>
            </a:r>
            <a:r>
              <a:rPr lang="en-US" sz="1725" dirty="0" spc="1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</a:t>
            </a:r>
            <a:r>
              <a:rPr lang="en-US" sz="1725" dirty="0" spc="15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endParaRPr lang="en-US" sz="1725" dirty="0"/>
          </a:p>
        </p:txBody>
      </p:sp>
      <p:sp>
        <p:nvSpPr>
          <p:cNvPr id="16" name="Text 13"/>
          <p:cNvSpPr/>
          <p:nvPr/>
        </p:nvSpPr>
        <p:spPr>
          <a:xfrm>
            <a:off x="762000" y="9953625"/>
            <a:ext cx="157162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2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J01</a:t>
            </a:r>
            <a:r>
              <a:rPr lang="en-US" sz="1650" dirty="0" spc="0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Visual edition</a:t>
            </a:r>
            <a:r>
              <a:rPr lang="en-US" sz="1650" dirty="0" spc="1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8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23/40</a:t>
            </a:r>
            <a:endParaRPr lang="en-US" sz="1650" dirty="0"/>
          </a:p>
        </p:txBody>
      </p:sp>
      <p:sp>
        <p:nvSpPr>
          <p:cNvPr id="17" name="Shape 1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8" name="Moda image moda-export-watermark-fb5b91f1-9fbc-489b-8a5f-8d606a068a8c" descr="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241F3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76250"/>
            <a:ext cx="153352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>
                <a:solidFill>
                  <a:srgbClr val="C8BDE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📋 F · CASE STUDY 1/3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762000" y="1143000"/>
            <a:ext cx="16764000" cy="1476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500" b="1" dirty="0" spc="-2" kern="0">
                <a:solidFill>
                  <a:srgbClr val="F5F0E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Case:</a:t>
            </a:r>
            <a:r>
              <a:rPr lang="en-US" sz="4500" b="1" dirty="0" spc="3" kern="0">
                <a:solidFill>
                  <a:srgbClr val="F5F0E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bóc</a:t>
            </a:r>
            <a:r>
              <a:rPr lang="en-US" sz="4500" b="1" dirty="0" spc="-9" kern="0">
                <a:solidFill>
                  <a:srgbClr val="F5F0E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một</a:t>
            </a:r>
            <a:r>
              <a:rPr lang="en-US" sz="4500" b="1" dirty="0" spc="3" kern="0">
                <a:solidFill>
                  <a:srgbClr val="F5F0E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câu</a:t>
            </a:r>
            <a:r>
              <a:rPr lang="en-US" sz="4500" b="1" dirty="0" spc="2" kern="0">
                <a:solidFill>
                  <a:srgbClr val="F5F0E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chuyện</a:t>
            </a:r>
            <a:r>
              <a:rPr lang="en-US" sz="4500" b="1" dirty="0" spc="3" kern="0">
                <a:solidFill>
                  <a:srgbClr val="F5F0E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tiểu</a:t>
            </a:r>
            <a:r>
              <a:rPr lang="en-US" sz="4500" b="1" dirty="0" spc="0" kern="0">
                <a:solidFill>
                  <a:srgbClr val="F5F0E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sử quá</a:t>
            </a:r>
            <a:r>
              <a:rPr lang="en-US" sz="4500" b="1" dirty="0" spc="3" kern="0">
                <a:solidFill>
                  <a:srgbClr val="F5F0E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chắc</a:t>
            </a:r>
            <a:endParaRPr lang="en-US" sz="4500" dirty="0"/>
          </a:p>
        </p:txBody>
      </p:sp>
      <p:pic>
        <p:nvPicPr>
          <p:cNvPr id="4" name="Moda flattened rect-1792822579732-898466449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602075" y="409575"/>
            <a:ext cx="590550" cy="59055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2762250"/>
            <a:ext cx="5429250" cy="6477000"/>
          </a:xfrm>
          <a:prstGeom prst="rect">
            <a:avLst/>
          </a:prstGeom>
          <a:solidFill>
            <a:srgbClr val="493C89"/>
          </a:solidFill>
          <a:ln/>
        </p:spPr>
      </p:sp>
      <p:sp>
        <p:nvSpPr>
          <p:cNvPr id="6" name="Text 3"/>
          <p:cNvSpPr/>
          <p:nvPr/>
        </p:nvSpPr>
        <p:spPr>
          <a:xfrm>
            <a:off x="571500" y="3286125"/>
            <a:ext cx="4333875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100" b="1" dirty="0" spc="12" kern="0">
                <a:solidFill>
                  <a:srgbClr val="F5F0E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CLAIM</a:t>
            </a:r>
            <a:r>
              <a:rPr lang="en-US" sz="5100" b="1" dirty="0" spc="-2" kern="0">
                <a:solidFill>
                  <a:srgbClr val="F5F0E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/</a:t>
            </a:r>
            <a:endParaRPr lang="en-US" sz="5100" dirty="0"/>
          </a:p>
          <a:p>
            <a:pPr algn="l" indent="0" marL="0">
              <a:buNone/>
            </a:pPr>
            <a:r>
              <a:rPr lang="en-US" sz="5100" b="1" dirty="0" spc="-13" kern="0">
                <a:solidFill>
                  <a:srgbClr val="F5F0E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SOURCE</a:t>
            </a:r>
            <a:endParaRPr lang="en-US" sz="5100" dirty="0"/>
          </a:p>
        </p:txBody>
      </p:sp>
      <p:sp>
        <p:nvSpPr>
          <p:cNvPr id="7" name="Text 4"/>
          <p:cNvSpPr/>
          <p:nvPr/>
        </p:nvSpPr>
        <p:spPr>
          <a:xfrm>
            <a:off x="571500" y="6191250"/>
            <a:ext cx="4238625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dirty="0" spc="-9" kern="0">
                <a:solidFill>
                  <a:srgbClr val="E3DAF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Đọc</a:t>
            </a:r>
            <a:r>
              <a:rPr lang="en-US" sz="2850" dirty="0" spc="-1" kern="0">
                <a:solidFill>
                  <a:srgbClr val="E3DAF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đúng loại nguồn.</a:t>
            </a:r>
            <a:endParaRPr lang="en-US" sz="2850" dirty="0"/>
          </a:p>
          <a:p>
            <a:pPr algn="l" indent="0" marL="0">
              <a:buNone/>
            </a:pPr>
            <a:r>
              <a:rPr lang="en-US" sz="2850" dirty="0" spc="-2" kern="0">
                <a:solidFill>
                  <a:srgbClr val="E3DAF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Giữ</a:t>
            </a:r>
            <a:r>
              <a:rPr lang="en-US" sz="2850" dirty="0" spc="0" kern="0">
                <a:solidFill>
                  <a:srgbClr val="E3DAF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giới hạn suy</a:t>
            </a:r>
            <a:r>
              <a:rPr lang="en-US" sz="2850" dirty="0" spc="1" kern="0">
                <a:solidFill>
                  <a:srgbClr val="E3DAF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luận.</a:t>
            </a:r>
            <a:endParaRPr lang="en-US" sz="2850" dirty="0"/>
          </a:p>
        </p:txBody>
      </p:sp>
      <p:sp>
        <p:nvSpPr>
          <p:cNvPr id="8" name="Text 5"/>
          <p:cNvSpPr/>
          <p:nvPr/>
        </p:nvSpPr>
        <p:spPr>
          <a:xfrm>
            <a:off x="6191250" y="2952750"/>
            <a:ext cx="10953750" cy="304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25" dirty="0" spc="-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Câu</a:t>
            </a:r>
            <a:r>
              <a:rPr lang="en-US" sz="2625" dirty="0" spc="3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</a:t>
            </a:r>
            <a:r>
              <a:rPr lang="en-US" sz="2625" dirty="0" spc="23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r>
              <a:rPr lang="en-US" sz="2625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625" dirty="0" spc="-18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rằng</a:t>
            </a:r>
            <a:r>
              <a:rPr lang="en-US" sz="2625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Jung</a:t>
            </a:r>
            <a:r>
              <a:rPr lang="en-US" sz="2625" dirty="0" spc="-23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rời</a:t>
            </a:r>
            <a:r>
              <a:rPr lang="en-US" sz="2625" dirty="0" spc="-39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Freud</a:t>
            </a:r>
            <a:r>
              <a:rPr lang="en-US" sz="2625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năm</a:t>
            </a:r>
            <a:r>
              <a:rPr lang="en-US" sz="2625" dirty="0" spc="-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1913</a:t>
            </a:r>
            <a:r>
              <a:rPr lang="en-US" sz="2625" dirty="0" spc="1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“để</a:t>
            </a:r>
            <a:r>
              <a:rPr lang="en-US" sz="2625" dirty="0" spc="2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chứng</a:t>
            </a:r>
            <a:r>
              <a:rPr lang="en-US" sz="2625" dirty="0" spc="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minh giấc</a:t>
            </a:r>
            <a:r>
              <a:rPr lang="en-US" sz="2625" dirty="0" spc="-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mơ</a:t>
            </a:r>
            <a:r>
              <a:rPr lang="en-US" sz="2625" dirty="0" spc="9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chứa</a:t>
            </a:r>
            <a:r>
              <a:rPr lang="en-US" sz="2625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ký</a:t>
            </a:r>
            <a:r>
              <a:rPr lang="en-US" sz="2625" dirty="0" spc="14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ức</a:t>
            </a:r>
            <a:r>
              <a:rPr lang="en-US" sz="2625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chung</a:t>
            </a:r>
            <a:r>
              <a:rPr lang="en-US" sz="2625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625" dirty="0" spc="4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nhân</a:t>
            </a:r>
            <a:r>
              <a:rPr lang="en-US" sz="2625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loại”.</a:t>
            </a:r>
            <a:r>
              <a:rPr lang="en-US" sz="2625" dirty="0" spc="-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</a:t>
            </a:r>
            <a:r>
              <a:rPr lang="en-US" sz="2625" dirty="0" spc="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nghe</a:t>
            </a:r>
            <a:r>
              <a:rPr lang="en-US" sz="2625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liền mạch</a:t>
            </a:r>
            <a:r>
              <a:rPr lang="en-US" sz="2625" dirty="0" spc="2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nhưng</a:t>
            </a:r>
            <a:r>
              <a:rPr lang="en-US" sz="2625" dirty="0" spc="9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thực</a:t>
            </a:r>
            <a:r>
              <a:rPr lang="en-US" sz="2625" dirty="0" spc="-33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</a:t>
            </a:r>
            <a:r>
              <a:rPr lang="en-US" sz="2625" dirty="0" spc="-14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gồm</a:t>
            </a:r>
            <a:r>
              <a:rPr lang="en-US" sz="2625" dirty="0" spc="3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nhiều</a:t>
            </a:r>
            <a:r>
              <a:rPr lang="en-US" sz="2625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mệnh</a:t>
            </a:r>
            <a:r>
              <a:rPr lang="en-US" sz="2625" dirty="0" spc="14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đề:</a:t>
            </a:r>
            <a:r>
              <a:rPr lang="en-US" sz="2625" dirty="0" spc="-16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ngày</a:t>
            </a:r>
            <a:r>
              <a:rPr lang="en-US" sz="2625" dirty="0" spc="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tháng,</a:t>
            </a:r>
            <a:r>
              <a:rPr lang="en-US" sz="2625" dirty="0" spc="1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động</a:t>
            </a:r>
            <a:r>
              <a:rPr lang="en-US" sz="2625" dirty="0" spc="-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cơ,</a:t>
            </a:r>
            <a:r>
              <a:rPr lang="en-US" sz="2625" dirty="0" spc="5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ý</a:t>
            </a:r>
            <a:r>
              <a:rPr lang="en-US" sz="2625" dirty="0" spc="23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r>
              <a:rPr lang="en-US" sz="2625" dirty="0" spc="-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khoa</a:t>
            </a:r>
            <a:r>
              <a:rPr lang="en-US" sz="2625" dirty="0" spc="-3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học</a:t>
            </a:r>
            <a:r>
              <a:rPr lang="en-US" sz="2625" dirty="0" spc="-15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625" dirty="0" spc="-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cơ</a:t>
            </a:r>
            <a:r>
              <a:rPr lang="en-US" sz="2625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chế</a:t>
            </a:r>
            <a:r>
              <a:rPr lang="en-US" sz="2625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625" dirty="0" spc="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giấc</a:t>
            </a:r>
            <a:r>
              <a:rPr lang="en-US" sz="2625" dirty="0" spc="-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mơ.</a:t>
            </a:r>
            <a:r>
              <a:rPr lang="en-US" sz="2625" dirty="0" spc="-6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625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2625" dirty="0" spc="-17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xác</a:t>
            </a:r>
            <a:r>
              <a:rPr lang="en-US" sz="2625" dirty="0" spc="4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</a:t>
            </a:r>
            <a:r>
              <a:rPr lang="en-US" sz="2625" dirty="0" spc="7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625" dirty="0" spc="-15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ngày</a:t>
            </a:r>
            <a:r>
              <a:rPr lang="en-US" sz="2625" dirty="0" spc="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tháng</a:t>
            </a:r>
            <a:r>
              <a:rPr lang="en-US" sz="2625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625" dirty="0" spc="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r>
              <a:rPr lang="en-US" sz="2625" dirty="0" spc="-3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bảo</a:t>
            </a:r>
            <a:r>
              <a:rPr lang="en-US" sz="2625" dirty="0" spc="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lãnh</a:t>
            </a:r>
            <a:r>
              <a:rPr lang="en-US" sz="2625" dirty="0" spc="3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phần</a:t>
            </a:r>
            <a:r>
              <a:rPr lang="en-US" sz="2625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còn lại. Muốn</a:t>
            </a:r>
            <a:r>
              <a:rPr lang="en-US" sz="2625" dirty="0" spc="-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kiểm,</a:t>
            </a:r>
            <a:r>
              <a:rPr lang="en-US" sz="2625" dirty="0" spc="3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r>
              <a:rPr lang="en-US" sz="2625" dirty="0" spc="-9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tách</a:t>
            </a:r>
            <a:r>
              <a:rPr lang="en-US" sz="2625" dirty="0" spc="-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câu</a:t>
            </a:r>
            <a:r>
              <a:rPr lang="en-US" sz="2625" dirty="0" spc="7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trước</a:t>
            </a:r>
            <a:r>
              <a:rPr lang="en-US" sz="2625" dirty="0" spc="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2625" dirty="0" spc="39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</a:t>
            </a:r>
            <a:r>
              <a:rPr lang="en-US" sz="2625" dirty="0" spc="-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tìm</a:t>
            </a:r>
            <a:r>
              <a:rPr lang="en-US" sz="2625" dirty="0" spc="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dẫn</a:t>
            </a:r>
            <a:r>
              <a:rPr lang="en-US" sz="2625" dirty="0" spc="17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chứng.</a:t>
            </a:r>
            <a:endParaRPr lang="en-US" sz="2625" dirty="0"/>
          </a:p>
        </p:txBody>
      </p:sp>
      <p:sp>
        <p:nvSpPr>
          <p:cNvPr id="9" name="Text 6"/>
          <p:cNvSpPr/>
          <p:nvPr/>
        </p:nvSpPr>
        <p:spPr>
          <a:xfrm>
            <a:off x="6191250" y="6477000"/>
            <a:ext cx="3238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 spc="1" kern="0">
                <a:solidFill>
                  <a:srgbClr val="C8BDEE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Mốc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9715500" y="6477000"/>
            <a:ext cx="752475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Sự</a:t>
            </a:r>
            <a:r>
              <a:rPr lang="en-US" sz="2400" dirty="0" spc="-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kiện</a:t>
            </a:r>
            <a:r>
              <a:rPr lang="en-US" sz="2400" dirty="0" spc="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</a:t>
            </a:r>
            <a:r>
              <a:rPr lang="en-US" sz="2400" dirty="0" spc="7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400" dirty="0" spc="-1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gọi</a:t>
            </a:r>
            <a:r>
              <a:rPr lang="en-US" sz="2400" dirty="0" spc="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400" dirty="0" spc="-18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rời?</a:t>
            </a:r>
            <a:endParaRPr lang="en-US" sz="2400" dirty="0"/>
          </a:p>
        </p:txBody>
      </p:sp>
      <p:sp>
        <p:nvSpPr>
          <p:cNvPr id="11" name="Text 8"/>
          <p:cNvSpPr/>
          <p:nvPr/>
        </p:nvSpPr>
        <p:spPr>
          <a:xfrm>
            <a:off x="6191250" y="7334250"/>
            <a:ext cx="3238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 spc="2" kern="0">
                <a:solidFill>
                  <a:srgbClr val="C8BDEE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Động</a:t>
            </a:r>
            <a:r>
              <a:rPr lang="en-US" sz="2400" b="1" dirty="0" spc="-4" kern="0">
                <a:solidFill>
                  <a:srgbClr val="C8BDEE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cơ</a:t>
            </a:r>
            <a:endParaRPr lang="en-US" sz="2400" dirty="0"/>
          </a:p>
        </p:txBody>
      </p:sp>
      <p:sp>
        <p:nvSpPr>
          <p:cNvPr id="12" name="Text 9"/>
          <p:cNvSpPr/>
          <p:nvPr/>
        </p:nvSpPr>
        <p:spPr>
          <a:xfrm>
            <a:off x="9715500" y="7334250"/>
            <a:ext cx="752475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-73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Tác</a:t>
            </a:r>
            <a:r>
              <a:rPr lang="en-US" sz="2400" dirty="0" spc="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 muốn làm</a:t>
            </a:r>
            <a:r>
              <a:rPr lang="en-US" sz="2400" dirty="0" spc="3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gì,</a:t>
            </a:r>
            <a:r>
              <a:rPr lang="en-US" sz="2400" dirty="0" spc="-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240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2400" dirty="0" spc="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nào?</a:t>
            </a:r>
            <a:endParaRPr lang="en-US" sz="2400" dirty="0"/>
          </a:p>
        </p:txBody>
      </p:sp>
      <p:sp>
        <p:nvSpPr>
          <p:cNvPr id="13" name="Text 10"/>
          <p:cNvSpPr/>
          <p:nvPr/>
        </p:nvSpPr>
        <p:spPr>
          <a:xfrm>
            <a:off x="6191250" y="8191500"/>
            <a:ext cx="3238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 spc="-2" kern="0">
                <a:solidFill>
                  <a:srgbClr val="C8BDEE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Cơ</a:t>
            </a:r>
            <a:r>
              <a:rPr lang="en-US" sz="2400" b="1" dirty="0" spc="-1" kern="0">
                <a:solidFill>
                  <a:srgbClr val="C8BDEE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chế</a:t>
            </a:r>
            <a:endParaRPr lang="en-US" sz="2400" dirty="0"/>
          </a:p>
        </p:txBody>
      </p:sp>
      <p:sp>
        <p:nvSpPr>
          <p:cNvPr id="14" name="Text 11"/>
          <p:cNvSpPr/>
          <p:nvPr/>
        </p:nvSpPr>
        <p:spPr>
          <a:xfrm>
            <a:off x="9715500" y="8191500"/>
            <a:ext cx="752475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Dữ</a:t>
            </a:r>
            <a:r>
              <a:rPr lang="en-US" sz="2400" dirty="0" spc="-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400" dirty="0" spc="3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</a:t>
            </a:r>
            <a:r>
              <a:rPr lang="en-US" sz="2400" dirty="0" spc="-16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xác</a:t>
            </a:r>
            <a:r>
              <a:rPr lang="en-US" sz="240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 nguồn</a:t>
            </a:r>
            <a:r>
              <a:rPr lang="en-US" sz="2400" dirty="0" spc="-13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gốc</a:t>
            </a:r>
            <a:r>
              <a:rPr lang="en-US" sz="240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giấc</a:t>
            </a:r>
            <a:r>
              <a:rPr lang="en-US" sz="2400" dirty="0" spc="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mơ?</a:t>
            </a:r>
            <a:endParaRPr lang="en-US" sz="2400" dirty="0"/>
          </a:p>
        </p:txBody>
      </p:sp>
      <p:sp>
        <p:nvSpPr>
          <p:cNvPr id="15" name="Text 12"/>
          <p:cNvSpPr/>
          <p:nvPr/>
        </p:nvSpPr>
        <p:spPr>
          <a:xfrm>
            <a:off x="762000" y="9525000"/>
            <a:ext cx="16383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25" dirty="0" spc="2" kern="0">
                <a:solidFill>
                  <a:srgbClr val="C8BDE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J01</a:t>
            </a:r>
            <a:r>
              <a:rPr lang="en-US" sz="1725" dirty="0" spc="1" kern="0">
                <a:solidFill>
                  <a:srgbClr val="C8BDE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</a:t>
            </a:r>
            <a:r>
              <a:rPr lang="en-US" sz="1725" dirty="0" spc="0" kern="0">
                <a:solidFill>
                  <a:srgbClr val="C8BDE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725" dirty="0" spc="-6" kern="0">
                <a:solidFill>
                  <a:srgbClr val="C8BDE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Case</a:t>
            </a:r>
            <a:r>
              <a:rPr lang="en-US" sz="1725" dirty="0" spc="0" kern="0">
                <a:solidFill>
                  <a:srgbClr val="C8BDE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</a:t>
            </a:r>
            <a:r>
              <a:rPr lang="en-US" sz="1725" dirty="0" spc="16" kern="0">
                <a:solidFill>
                  <a:srgbClr val="C8BDE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endParaRPr lang="en-US" sz="1725" dirty="0"/>
          </a:p>
        </p:txBody>
      </p:sp>
      <p:sp>
        <p:nvSpPr>
          <p:cNvPr id="16" name="Text 13"/>
          <p:cNvSpPr/>
          <p:nvPr/>
        </p:nvSpPr>
        <p:spPr>
          <a:xfrm>
            <a:off x="762000" y="9953625"/>
            <a:ext cx="157162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2" kern="0">
                <a:solidFill>
                  <a:srgbClr val="C8BDE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J01</a:t>
            </a:r>
            <a:r>
              <a:rPr lang="en-US" sz="1650" dirty="0" spc="0" kern="0">
                <a:solidFill>
                  <a:srgbClr val="C8BDE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" kern="0">
                <a:solidFill>
                  <a:srgbClr val="C8BDE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Visual edition</a:t>
            </a:r>
            <a:r>
              <a:rPr lang="en-US" sz="1650" dirty="0" spc="1" kern="0">
                <a:solidFill>
                  <a:srgbClr val="C8BDE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24" kern="0">
                <a:solidFill>
                  <a:srgbClr val="C8BDE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24/40</a:t>
            </a:r>
            <a:endParaRPr lang="en-US" sz="1650" dirty="0"/>
          </a:p>
        </p:txBody>
      </p:sp>
      <p:sp>
        <p:nvSpPr>
          <p:cNvPr id="17" name="Shape 1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8" name="Moda image moda-export-watermark-5ab35034-17bb-4138-8efe-659bd5bb060c" descr="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76250"/>
            <a:ext cx="153352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📋 F · CASE STUDY 2/3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762000" y="1143000"/>
            <a:ext cx="16764000" cy="1476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500" b="1" dirty="0" spc="1" kern="0">
                <a:solidFill>
                  <a:srgbClr val="20242A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Kiểm</a:t>
            </a:r>
            <a:r>
              <a:rPr lang="en-US" sz="4500" b="1" dirty="0" spc="0" kern="0">
                <a:solidFill>
                  <a:srgbClr val="20242A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theo</a:t>
            </a:r>
            <a:r>
              <a:rPr lang="en-US" sz="4500" b="1" dirty="0" spc="1" kern="0">
                <a:solidFill>
                  <a:srgbClr val="20242A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năm thao</a:t>
            </a:r>
            <a:r>
              <a:rPr lang="en-US" sz="4500" b="1" dirty="0" spc="-4" kern="0">
                <a:solidFill>
                  <a:srgbClr val="20242A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tác</a:t>
            </a:r>
            <a:endParaRPr lang="en-US" sz="4500" dirty="0"/>
          </a:p>
        </p:txBody>
      </p:sp>
      <p:pic>
        <p:nvPicPr>
          <p:cNvPr id="4" name="Moda flattened rect-1792822583338-614073205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602075" y="409575"/>
            <a:ext cx="590550" cy="59055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2762250"/>
            <a:ext cx="5429250" cy="6477000"/>
          </a:xfrm>
          <a:prstGeom prst="rect">
            <a:avLst/>
          </a:prstGeom>
          <a:solidFill>
            <a:srgbClr val="493C89"/>
          </a:solidFill>
          <a:ln/>
        </p:spPr>
      </p:sp>
      <p:sp>
        <p:nvSpPr>
          <p:cNvPr id="6" name="Text 3"/>
          <p:cNvSpPr/>
          <p:nvPr/>
        </p:nvSpPr>
        <p:spPr>
          <a:xfrm>
            <a:off x="571500" y="3286125"/>
            <a:ext cx="4333875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100" b="1" dirty="0" spc="12" kern="0">
                <a:solidFill>
                  <a:srgbClr val="F5F0E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CLAIM</a:t>
            </a:r>
            <a:r>
              <a:rPr lang="en-US" sz="5100" b="1" dirty="0" spc="-2" kern="0">
                <a:solidFill>
                  <a:srgbClr val="F5F0E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/</a:t>
            </a:r>
            <a:endParaRPr lang="en-US" sz="5100" dirty="0"/>
          </a:p>
          <a:p>
            <a:pPr algn="l" indent="0" marL="0">
              <a:buNone/>
            </a:pPr>
            <a:r>
              <a:rPr lang="en-US" sz="5100" b="1" dirty="0" spc="-13" kern="0">
                <a:solidFill>
                  <a:srgbClr val="F5F0E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SOURCE</a:t>
            </a:r>
            <a:endParaRPr lang="en-US" sz="5100" dirty="0"/>
          </a:p>
        </p:txBody>
      </p:sp>
      <p:sp>
        <p:nvSpPr>
          <p:cNvPr id="7" name="Text 4"/>
          <p:cNvSpPr/>
          <p:nvPr/>
        </p:nvSpPr>
        <p:spPr>
          <a:xfrm>
            <a:off x="571500" y="6191250"/>
            <a:ext cx="4238625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dirty="0" spc="-9" kern="0">
                <a:solidFill>
                  <a:srgbClr val="E3DAF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Đọc</a:t>
            </a:r>
            <a:r>
              <a:rPr lang="en-US" sz="2850" dirty="0" spc="-1" kern="0">
                <a:solidFill>
                  <a:srgbClr val="E3DAF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đúng loại nguồn.</a:t>
            </a:r>
            <a:endParaRPr lang="en-US" sz="2850" dirty="0"/>
          </a:p>
          <a:p>
            <a:pPr algn="l" indent="0" marL="0">
              <a:buNone/>
            </a:pPr>
            <a:r>
              <a:rPr lang="en-US" sz="2850" dirty="0" spc="-2" kern="0">
                <a:solidFill>
                  <a:srgbClr val="E3DAF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Giữ</a:t>
            </a:r>
            <a:r>
              <a:rPr lang="en-US" sz="2850" dirty="0" spc="0" kern="0">
                <a:solidFill>
                  <a:srgbClr val="E3DAF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giới hạn suy</a:t>
            </a:r>
            <a:r>
              <a:rPr lang="en-US" sz="2850" dirty="0" spc="1" kern="0">
                <a:solidFill>
                  <a:srgbClr val="E3DAF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luận.</a:t>
            </a:r>
            <a:endParaRPr lang="en-US" sz="2850" dirty="0"/>
          </a:p>
        </p:txBody>
      </p:sp>
      <p:sp>
        <p:nvSpPr>
          <p:cNvPr id="8" name="Text 5"/>
          <p:cNvSpPr/>
          <p:nvPr/>
        </p:nvSpPr>
        <p:spPr>
          <a:xfrm>
            <a:off x="6191250" y="2952750"/>
            <a:ext cx="10953750" cy="304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25" dirty="0" spc="-3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Trước</a:t>
            </a:r>
            <a:r>
              <a:rPr lang="en-US" sz="2625" dirty="0" spc="-5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hết,</a:t>
            </a:r>
            <a:r>
              <a:rPr lang="en-US" sz="2625" dirty="0" spc="3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phân</a:t>
            </a:r>
            <a:r>
              <a:rPr lang="en-US" sz="2625" dirty="0" spc="-2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loại</a:t>
            </a:r>
            <a:r>
              <a:rPr lang="en-US" sz="2625" dirty="0" spc="-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</a:t>
            </a:r>
            <a:r>
              <a:rPr lang="en-US" sz="2625" dirty="0" spc="2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khẳng</a:t>
            </a:r>
            <a:r>
              <a:rPr lang="en-US" sz="2625" dirty="0" spc="23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r>
              <a:rPr lang="en-US" sz="2625" dirty="0" spc="-16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625" dirty="0" spc="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câu. Tiếp</a:t>
            </a:r>
            <a:r>
              <a:rPr lang="en-US" sz="2625" dirty="0" spc="-2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theo,</a:t>
            </a:r>
            <a:r>
              <a:rPr lang="en-US" sz="2625" dirty="0" spc="-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kiểm</a:t>
            </a:r>
            <a:r>
              <a:rPr lang="en-US" sz="2625" dirty="0" spc="3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phần</a:t>
            </a:r>
            <a:r>
              <a:rPr lang="en-US" sz="2625" dirty="0" spc="-5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mốc</a:t>
            </a:r>
            <a:r>
              <a:rPr lang="en-US" sz="2625" dirty="0" spc="-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bằng</a:t>
            </a:r>
            <a:r>
              <a:rPr lang="en-US" sz="2625" dirty="0" spc="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tư</a:t>
            </a:r>
            <a:r>
              <a:rPr lang="en-US" sz="2625" dirty="0" spc="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625" dirty="0" spc="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thích</a:t>
            </a:r>
            <a:r>
              <a:rPr lang="en-US" sz="2625" dirty="0" spc="2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hợp</a:t>
            </a:r>
            <a:r>
              <a:rPr lang="en-US" sz="2625" dirty="0" spc="-15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625" dirty="0" spc="3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phân</a:t>
            </a:r>
            <a:r>
              <a:rPr lang="en-US" sz="2625" dirty="0" spc="-5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biệt</a:t>
            </a:r>
            <a:r>
              <a:rPr lang="en-US" sz="2625" dirty="0" spc="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quan</a:t>
            </a:r>
            <a:r>
              <a:rPr lang="en-US" sz="2625" dirty="0" spc="3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hệ</a:t>
            </a:r>
            <a:r>
              <a:rPr lang="en-US" sz="2625" dirty="0" spc="-1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2625" dirty="0" spc="-18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tổ</a:t>
            </a:r>
            <a:r>
              <a:rPr lang="en-US" sz="2625" dirty="0" spc="7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chức.</a:t>
            </a:r>
            <a:r>
              <a:rPr lang="en-US" sz="2625" dirty="0" spc="2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Sau</a:t>
            </a:r>
            <a:r>
              <a:rPr lang="en-US" sz="2625" dirty="0" spc="18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đó</a:t>
            </a:r>
            <a:r>
              <a:rPr lang="en-US" sz="2625" dirty="0" spc="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</a:t>
            </a:r>
            <a:r>
              <a:rPr lang="en-US" sz="2625" dirty="0" spc="3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</a:t>
            </a:r>
            <a:r>
              <a:rPr lang="en-US" sz="2625" dirty="0" spc="-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bằng</a:t>
            </a:r>
            <a:r>
              <a:rPr lang="en-US" sz="2625" dirty="0" spc="2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chứng</a:t>
            </a:r>
            <a:r>
              <a:rPr lang="en-US" sz="2625" dirty="0" spc="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</a:t>
            </a:r>
            <a:r>
              <a:rPr lang="en-US" sz="2625" dirty="0" spc="3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hỗ</a:t>
            </a:r>
            <a:r>
              <a:rPr lang="en-US" sz="2625" dirty="0" spc="-25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trợ</a:t>
            </a:r>
            <a:r>
              <a:rPr lang="en-US" sz="2625" dirty="0" spc="12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động</a:t>
            </a:r>
            <a:r>
              <a:rPr lang="en-US" sz="2625" dirty="0" spc="-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cơ hoặc</a:t>
            </a:r>
            <a:r>
              <a:rPr lang="en-US" sz="2625" dirty="0" spc="4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ý</a:t>
            </a:r>
            <a:r>
              <a:rPr lang="en-US" sz="2625" dirty="0" spc="24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r>
              <a:rPr lang="en-US" sz="2625" dirty="0" spc="7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625" dirty="0" spc="-1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gán</a:t>
            </a:r>
            <a:r>
              <a:rPr lang="en-US" sz="2625" dirty="0" spc="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625" dirty="0" spc="-13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tác</a:t>
            </a:r>
            <a:r>
              <a:rPr lang="en-US" sz="2625" dirty="0" spc="3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giả. Phần</a:t>
            </a:r>
            <a:r>
              <a:rPr lang="en-US" sz="2625" dirty="0" spc="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cơ</a:t>
            </a:r>
            <a:r>
              <a:rPr lang="en-US" sz="2625" dirty="0" spc="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chế</a:t>
            </a:r>
            <a:r>
              <a:rPr lang="en-US" sz="2625" dirty="0" spc="2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giấc</a:t>
            </a:r>
            <a:r>
              <a:rPr lang="en-US" sz="2625" dirty="0" spc="-2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mơ</a:t>
            </a:r>
            <a:r>
              <a:rPr lang="en-US" sz="2625" dirty="0" spc="3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r>
              <a:rPr lang="en-US" sz="2625" dirty="0" spc="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625" dirty="0" spc="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phép</a:t>
            </a:r>
            <a:r>
              <a:rPr lang="en-US" sz="2625" dirty="0" spc="-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kiểm</a:t>
            </a:r>
            <a:r>
              <a:rPr lang="en-US" sz="2625" dirty="0" spc="1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riêng.</a:t>
            </a:r>
            <a:r>
              <a:rPr lang="en-US" sz="2625" dirty="0" spc="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Cuối</a:t>
            </a:r>
            <a:r>
              <a:rPr lang="en-US" sz="2625" dirty="0" spc="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cùng,</a:t>
            </a:r>
            <a:r>
              <a:rPr lang="en-US" sz="2625" dirty="0" spc="-4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viết</a:t>
            </a:r>
            <a:r>
              <a:rPr lang="en-US" sz="2625" dirty="0" spc="2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r>
              <a:rPr lang="en-US" sz="2625" dirty="0" spc="-38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2625" dirty="0" spc="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luận chỉ</a:t>
            </a:r>
            <a:r>
              <a:rPr lang="en-US" sz="2625" dirty="0" spc="-16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625" dirty="0" spc="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phạm</a:t>
            </a:r>
            <a:r>
              <a:rPr lang="en-US" sz="2625" dirty="0" spc="2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 nguồn</a:t>
            </a:r>
            <a:r>
              <a:rPr lang="en-US" sz="2625" dirty="0" spc="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 phép,</a:t>
            </a:r>
            <a:r>
              <a:rPr lang="en-US" sz="2625" dirty="0" spc="-5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thay</a:t>
            </a:r>
            <a:r>
              <a:rPr lang="en-US" sz="2625" dirty="0" spc="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vì</a:t>
            </a:r>
            <a:r>
              <a:rPr lang="en-US" sz="2625" dirty="0" spc="-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cố</a:t>
            </a:r>
            <a:r>
              <a:rPr lang="en-US" sz="2625" dirty="0" spc="3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</a:t>
            </a:r>
            <a:r>
              <a:rPr lang="en-US" sz="2625" dirty="0" spc="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câu</a:t>
            </a:r>
            <a:r>
              <a:rPr lang="en-US" sz="2625" dirty="0" spc="-1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chuyện</a:t>
            </a:r>
            <a:r>
              <a:rPr lang="en-US" sz="2625" dirty="0" spc="2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hấp dẫn</a:t>
            </a:r>
            <a:r>
              <a:rPr lang="en-US" sz="2625" dirty="0" spc="-2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ban</a:t>
            </a:r>
            <a:r>
              <a:rPr lang="en-US" sz="2625" dirty="0" spc="1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đầu.</a:t>
            </a:r>
            <a:endParaRPr lang="en-US" sz="2625" dirty="0"/>
          </a:p>
        </p:txBody>
      </p:sp>
      <p:sp>
        <p:nvSpPr>
          <p:cNvPr id="9" name="Text 6"/>
          <p:cNvSpPr/>
          <p:nvPr/>
        </p:nvSpPr>
        <p:spPr>
          <a:xfrm>
            <a:off x="6191250" y="6477000"/>
            <a:ext cx="3238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 spc="-27" kern="0">
                <a:solidFill>
                  <a:srgbClr val="493C89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1–2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9715500" y="6477000"/>
            <a:ext cx="752475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-55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Tách</a:t>
            </a:r>
            <a:r>
              <a:rPr lang="en-US" sz="2400" dirty="0" spc="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claim;</a:t>
            </a:r>
            <a:r>
              <a:rPr lang="en-US" sz="2400" dirty="0" spc="-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kiểm mốc.</a:t>
            </a:r>
            <a:endParaRPr lang="en-US" sz="2400" dirty="0"/>
          </a:p>
        </p:txBody>
      </p:sp>
      <p:sp>
        <p:nvSpPr>
          <p:cNvPr id="11" name="Text 8"/>
          <p:cNvSpPr/>
          <p:nvPr/>
        </p:nvSpPr>
        <p:spPr>
          <a:xfrm>
            <a:off x="6191250" y="7334250"/>
            <a:ext cx="3238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 spc="7" kern="0">
                <a:solidFill>
                  <a:srgbClr val="493C89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3–4</a:t>
            </a:r>
            <a:endParaRPr lang="en-US" sz="2400" dirty="0"/>
          </a:p>
        </p:txBody>
      </p:sp>
      <p:sp>
        <p:nvSpPr>
          <p:cNvPr id="12" name="Text 9"/>
          <p:cNvSpPr/>
          <p:nvPr/>
        </p:nvSpPr>
        <p:spPr>
          <a:xfrm>
            <a:off x="9715500" y="7334250"/>
            <a:ext cx="752475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Kiểm</a:t>
            </a:r>
            <a:r>
              <a:rPr lang="en-US" sz="2400" dirty="0" spc="12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động</a:t>
            </a:r>
            <a:r>
              <a:rPr lang="en-US" sz="2400" dirty="0" spc="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cơ;</a:t>
            </a:r>
            <a:r>
              <a:rPr lang="en-US" sz="2400" dirty="0" spc="2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phân</a:t>
            </a:r>
            <a:r>
              <a:rPr lang="en-US" sz="2400" dirty="0" spc="-5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biệt</a:t>
            </a:r>
            <a:r>
              <a:rPr lang="en-US" sz="2400" dirty="0" spc="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cơ</a:t>
            </a:r>
            <a:r>
              <a:rPr lang="en-US" sz="2400" dirty="0" spc="-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chế.</a:t>
            </a:r>
            <a:endParaRPr lang="en-US" sz="2400" dirty="0"/>
          </a:p>
        </p:txBody>
      </p:sp>
      <p:sp>
        <p:nvSpPr>
          <p:cNvPr id="13" name="Text 10"/>
          <p:cNvSpPr/>
          <p:nvPr/>
        </p:nvSpPr>
        <p:spPr>
          <a:xfrm>
            <a:off x="6191250" y="8191500"/>
            <a:ext cx="3238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 spc="-6" kern="0">
                <a:solidFill>
                  <a:srgbClr val="493C89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5</a:t>
            </a:r>
            <a:endParaRPr lang="en-US" sz="2400" dirty="0"/>
          </a:p>
        </p:txBody>
      </p:sp>
      <p:sp>
        <p:nvSpPr>
          <p:cNvPr id="14" name="Text 11"/>
          <p:cNvSpPr/>
          <p:nvPr/>
        </p:nvSpPr>
        <p:spPr>
          <a:xfrm>
            <a:off x="9715500" y="8191500"/>
            <a:ext cx="752475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-8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Viết</a:t>
            </a:r>
            <a:r>
              <a:rPr lang="en-US" sz="2400" dirty="0" spc="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r>
              <a:rPr lang="en-US" sz="2400" dirty="0" spc="-34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2400" dirty="0" spc="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luận</a:t>
            </a:r>
            <a:r>
              <a:rPr lang="en-US" sz="2400" dirty="0" spc="1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vừa</a:t>
            </a:r>
            <a:r>
              <a:rPr lang="en-US" sz="2400" dirty="0" spc="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nguồn.</a:t>
            </a:r>
            <a:endParaRPr lang="en-US" sz="2400" dirty="0"/>
          </a:p>
        </p:txBody>
      </p:sp>
      <p:sp>
        <p:nvSpPr>
          <p:cNvPr id="15" name="Text 12"/>
          <p:cNvSpPr/>
          <p:nvPr/>
        </p:nvSpPr>
        <p:spPr>
          <a:xfrm>
            <a:off x="762000" y="9525000"/>
            <a:ext cx="16383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25" dirty="0" spc="2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J01 F1–F5</a:t>
            </a:r>
            <a:endParaRPr lang="en-US" sz="1725" dirty="0"/>
          </a:p>
        </p:txBody>
      </p:sp>
      <p:sp>
        <p:nvSpPr>
          <p:cNvPr id="16" name="Text 13"/>
          <p:cNvSpPr/>
          <p:nvPr/>
        </p:nvSpPr>
        <p:spPr>
          <a:xfrm>
            <a:off x="762000" y="9953625"/>
            <a:ext cx="157162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2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J01</a:t>
            </a:r>
            <a:r>
              <a:rPr lang="en-US" sz="1650" dirty="0" spc="0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Visual edition</a:t>
            </a:r>
            <a:r>
              <a:rPr lang="en-US" sz="1650" dirty="0" spc="1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5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25/40</a:t>
            </a:r>
            <a:endParaRPr lang="en-US" sz="1650" dirty="0"/>
          </a:p>
        </p:txBody>
      </p:sp>
      <p:sp>
        <p:nvSpPr>
          <p:cNvPr id="17" name="Shape 1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8" name="Moda image moda-export-watermark-ceb183fb-fbcd-4131-a502-1d40c11cca42" descr="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76250"/>
            <a:ext cx="153352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📋 F · CASE STUDY 3/3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762000" y="1143000"/>
            <a:ext cx="16764000" cy="1476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500" b="1" dirty="0" spc="-2" kern="0">
                <a:solidFill>
                  <a:srgbClr val="20242A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Viết</a:t>
            </a:r>
            <a:r>
              <a:rPr lang="en-US" sz="4500" b="1" dirty="0" spc="-1" kern="0">
                <a:solidFill>
                  <a:srgbClr val="20242A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lại:</a:t>
            </a:r>
            <a:r>
              <a:rPr lang="en-US" sz="4500" b="1" dirty="0" spc="1" kern="0">
                <a:solidFill>
                  <a:srgbClr val="20242A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chính</a:t>
            </a:r>
            <a:r>
              <a:rPr lang="en-US" sz="4500" b="1" dirty="0" spc="-18" kern="0">
                <a:solidFill>
                  <a:srgbClr val="20242A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xác</a:t>
            </a:r>
            <a:r>
              <a:rPr lang="en-US" sz="4500" b="1" dirty="0" spc="-16" kern="0">
                <a:solidFill>
                  <a:srgbClr val="20242A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hơn,</a:t>
            </a:r>
            <a:r>
              <a:rPr lang="en-US" sz="4500" b="1" dirty="0" spc="-36" kern="0">
                <a:solidFill>
                  <a:srgbClr val="20242A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vẫn</a:t>
            </a:r>
            <a:r>
              <a:rPr lang="en-US" sz="4500" b="1" dirty="0" spc="14" kern="0">
                <a:solidFill>
                  <a:srgbClr val="20242A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đủ</a:t>
            </a:r>
            <a:r>
              <a:rPr lang="en-US" sz="4500" b="1" dirty="0" spc="0" kern="0">
                <a:solidFill>
                  <a:srgbClr val="20242A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ý</a:t>
            </a:r>
            <a:endParaRPr lang="en-US" sz="4500" dirty="0"/>
          </a:p>
        </p:txBody>
      </p:sp>
      <p:pic>
        <p:nvPicPr>
          <p:cNvPr id="4" name="Moda flattened rect-1792822586334-892660207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602075" y="409575"/>
            <a:ext cx="590550" cy="59055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62000" y="2714625"/>
            <a:ext cx="1047750" cy="809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b="1" dirty="0" spc="-19" kern="0">
                <a:solidFill>
                  <a:srgbClr val="493C89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01</a:t>
            </a:r>
            <a:endParaRPr lang="en-US" sz="4800" dirty="0"/>
          </a:p>
        </p:txBody>
      </p:sp>
      <p:sp>
        <p:nvSpPr>
          <p:cNvPr id="6" name="Shape 3"/>
          <p:cNvSpPr/>
          <p:nvPr/>
        </p:nvSpPr>
        <p:spPr>
          <a:xfrm>
            <a:off x="762000" y="3762375"/>
            <a:ext cx="5238750" cy="2476500"/>
          </a:xfrm>
          <a:prstGeom prst="roundRect">
            <a:avLst>
              <a:gd name="adj" fmla="val 4615"/>
            </a:avLst>
          </a:prstGeom>
          <a:solidFill>
            <a:srgbClr val="EDE8F5"/>
          </a:solidFill>
          <a:ln/>
        </p:spPr>
      </p:sp>
      <p:sp>
        <p:nvSpPr>
          <p:cNvPr id="7" name="Text 4"/>
          <p:cNvSpPr/>
          <p:nvPr/>
        </p:nvSpPr>
        <p:spPr>
          <a:xfrm>
            <a:off x="1047750" y="4000500"/>
            <a:ext cx="4667250" cy="809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1" kern="0">
                <a:solidFill>
                  <a:srgbClr val="493C89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Giữ</a:t>
            </a:r>
            <a:endParaRPr lang="en-US" sz="2550" dirty="0"/>
          </a:p>
        </p:txBody>
      </p:sp>
      <p:sp>
        <p:nvSpPr>
          <p:cNvPr id="8" name="Text 5"/>
          <p:cNvSpPr/>
          <p:nvPr/>
        </p:nvSpPr>
        <p:spPr>
          <a:xfrm>
            <a:off x="1047750" y="5048250"/>
            <a:ext cx="466725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2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Các</a:t>
            </a:r>
            <a:r>
              <a:rPr lang="en-US" sz="2550" dirty="0" spc="-3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mốc</a:t>
            </a:r>
            <a:r>
              <a:rPr lang="en-US" sz="2550" dirty="0" spc="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550" dirty="0" spc="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r>
              <a:rPr lang="en-US" sz="2550" dirty="0" spc="2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truy</a:t>
            </a:r>
            <a:r>
              <a:rPr lang="en-US" sz="2550" dirty="0" spc="-2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tư</a:t>
            </a:r>
            <a:r>
              <a:rPr lang="en-US" sz="2550" dirty="0" spc="2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liệu.</a:t>
            </a:r>
            <a:endParaRPr lang="en-US" sz="2550" dirty="0"/>
          </a:p>
        </p:txBody>
      </p:sp>
      <p:sp>
        <p:nvSpPr>
          <p:cNvPr id="9" name="Text 6"/>
          <p:cNvSpPr/>
          <p:nvPr/>
        </p:nvSpPr>
        <p:spPr>
          <a:xfrm>
            <a:off x="6381750" y="2714625"/>
            <a:ext cx="1047750" cy="809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b="1" dirty="0" spc="-10" kern="0">
                <a:solidFill>
                  <a:srgbClr val="493C89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02</a:t>
            </a:r>
            <a:endParaRPr lang="en-US" sz="4800" dirty="0"/>
          </a:p>
        </p:txBody>
      </p:sp>
      <p:sp>
        <p:nvSpPr>
          <p:cNvPr id="10" name="Shape 7"/>
          <p:cNvSpPr/>
          <p:nvPr/>
        </p:nvSpPr>
        <p:spPr>
          <a:xfrm>
            <a:off x="6381750" y="3762375"/>
            <a:ext cx="5238750" cy="2476500"/>
          </a:xfrm>
          <a:prstGeom prst="roundRect">
            <a:avLst>
              <a:gd name="adj" fmla="val 4615"/>
            </a:avLst>
          </a:prstGeom>
          <a:solidFill>
            <a:srgbClr val="EDE8F5"/>
          </a:solidFill>
          <a:ln/>
        </p:spPr>
      </p:sp>
      <p:sp>
        <p:nvSpPr>
          <p:cNvPr id="11" name="Text 8"/>
          <p:cNvSpPr/>
          <p:nvPr/>
        </p:nvSpPr>
        <p:spPr>
          <a:xfrm>
            <a:off x="6667500" y="4000500"/>
            <a:ext cx="4667250" cy="809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-2" kern="0">
                <a:solidFill>
                  <a:srgbClr val="493C89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Bỏ</a:t>
            </a:r>
            <a:endParaRPr lang="en-US" sz="2550" dirty="0"/>
          </a:p>
        </p:txBody>
      </p:sp>
      <p:sp>
        <p:nvSpPr>
          <p:cNvPr id="12" name="Text 9"/>
          <p:cNvSpPr/>
          <p:nvPr/>
        </p:nvSpPr>
        <p:spPr>
          <a:xfrm>
            <a:off x="6667500" y="5048250"/>
            <a:ext cx="466725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Động</a:t>
            </a:r>
            <a:r>
              <a:rPr lang="en-US" sz="2550" dirty="0" spc="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cơ</a:t>
            </a:r>
            <a:r>
              <a:rPr lang="en-US" sz="2550" dirty="0" spc="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duy</a:t>
            </a:r>
            <a:r>
              <a:rPr lang="en-US" sz="2550" dirty="0" spc="-9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nhất</a:t>
            </a:r>
            <a:r>
              <a:rPr lang="en-US" sz="2550" dirty="0" spc="6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</a:t>
            </a:r>
            <a:r>
              <a:rPr lang="en-US" sz="2550" dirty="0" spc="-2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đủ</a:t>
            </a:r>
            <a:r>
              <a:rPr lang="en-US" sz="2550" dirty="0" spc="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nguồn.</a:t>
            </a:r>
            <a:endParaRPr lang="en-US" sz="2550" dirty="0"/>
          </a:p>
        </p:txBody>
      </p:sp>
      <p:sp>
        <p:nvSpPr>
          <p:cNvPr id="13" name="Text 10"/>
          <p:cNvSpPr/>
          <p:nvPr/>
        </p:nvSpPr>
        <p:spPr>
          <a:xfrm>
            <a:off x="12001500" y="2714625"/>
            <a:ext cx="1047750" cy="809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b="1" dirty="0" spc="-15" kern="0">
                <a:solidFill>
                  <a:srgbClr val="493C89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03</a:t>
            </a:r>
            <a:endParaRPr lang="en-US" sz="4800" dirty="0"/>
          </a:p>
        </p:txBody>
      </p:sp>
      <p:sp>
        <p:nvSpPr>
          <p:cNvPr id="14" name="Shape 11"/>
          <p:cNvSpPr/>
          <p:nvPr/>
        </p:nvSpPr>
        <p:spPr>
          <a:xfrm>
            <a:off x="12001500" y="3762375"/>
            <a:ext cx="5238750" cy="2476500"/>
          </a:xfrm>
          <a:prstGeom prst="roundRect">
            <a:avLst>
              <a:gd name="adj" fmla="val 4615"/>
            </a:avLst>
          </a:prstGeom>
          <a:solidFill>
            <a:srgbClr val="EDE8F5"/>
          </a:solidFill>
          <a:ln/>
        </p:spPr>
      </p:sp>
      <p:sp>
        <p:nvSpPr>
          <p:cNvPr id="15" name="Text 12"/>
          <p:cNvSpPr/>
          <p:nvPr/>
        </p:nvSpPr>
        <p:spPr>
          <a:xfrm>
            <a:off x="12287250" y="4000500"/>
            <a:ext cx="4667250" cy="809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2" kern="0">
                <a:solidFill>
                  <a:srgbClr val="493C89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Mở</a:t>
            </a:r>
            <a:endParaRPr lang="en-US" sz="2550" dirty="0"/>
          </a:p>
        </p:txBody>
      </p:sp>
      <p:sp>
        <p:nvSpPr>
          <p:cNvPr id="16" name="Text 13"/>
          <p:cNvSpPr/>
          <p:nvPr/>
        </p:nvSpPr>
        <p:spPr>
          <a:xfrm>
            <a:off x="12287250" y="5048250"/>
            <a:ext cx="466725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77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Tác</a:t>
            </a:r>
            <a:r>
              <a:rPr lang="en-US" sz="2550" dirty="0" spc="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phẩm</a:t>
            </a:r>
            <a:r>
              <a:rPr lang="en-US" sz="2550" dirty="0" spc="-19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dirty="0" spc="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phép</a:t>
            </a:r>
            <a:r>
              <a:rPr lang="en-US" sz="2550" dirty="0" spc="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kiểm</a:t>
            </a:r>
            <a:r>
              <a:rPr lang="en-US" sz="2550" dirty="0" spc="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2550" dirty="0" spc="1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2550" dirty="0" spc="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tiếp.</a:t>
            </a:r>
            <a:endParaRPr lang="en-US" sz="2550" dirty="0"/>
          </a:p>
        </p:txBody>
      </p:sp>
      <p:sp>
        <p:nvSpPr>
          <p:cNvPr id="17" name="Text 14"/>
          <p:cNvSpPr/>
          <p:nvPr/>
        </p:nvSpPr>
        <p:spPr>
          <a:xfrm>
            <a:off x="857250" y="7048500"/>
            <a:ext cx="16383000" cy="209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Phiên</a:t>
            </a:r>
            <a:r>
              <a:rPr lang="en-US" sz="2550" dirty="0" spc="-3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2550" dirty="0" spc="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thận</a:t>
            </a:r>
            <a:r>
              <a:rPr lang="en-US" sz="2550" dirty="0" spc="-16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trọng</a:t>
            </a:r>
            <a:r>
              <a:rPr lang="en-US" sz="2550" dirty="0" spc="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nêu</a:t>
            </a:r>
            <a:r>
              <a:rPr lang="en-US" sz="2550" dirty="0" spc="2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quá</a:t>
            </a:r>
            <a:r>
              <a:rPr lang="en-US" sz="2550" dirty="0" spc="9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</a:t>
            </a:r>
            <a:r>
              <a:rPr lang="en-US" sz="2550" dirty="0" spc="-25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rạn</a:t>
            </a:r>
            <a:r>
              <a:rPr lang="en-US" sz="2550" dirty="0" spc="3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nứt</a:t>
            </a:r>
            <a:r>
              <a:rPr lang="en-US" sz="2550" dirty="0" spc="-17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550" dirty="0" spc="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giai</a:t>
            </a:r>
            <a:r>
              <a:rPr lang="en-US" sz="2550" dirty="0" spc="8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đoạn</a:t>
            </a:r>
            <a:r>
              <a:rPr lang="en-US" sz="2550" dirty="0" spc="-4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1912–1913</a:t>
            </a:r>
            <a:r>
              <a:rPr lang="en-US" sz="2550" dirty="0" spc="-18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dirty="0" spc="-4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</a:t>
            </a:r>
            <a:r>
              <a:rPr lang="en-US" sz="2550" dirty="0" spc="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rút khỏi phong</a:t>
            </a:r>
            <a:r>
              <a:rPr lang="en-US" sz="2550" dirty="0" spc="-2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trào</a:t>
            </a:r>
            <a:r>
              <a:rPr lang="en-US" sz="2550" dirty="0" spc="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năm</a:t>
            </a:r>
            <a:r>
              <a:rPr lang="en-US" sz="2550" dirty="0" spc="-4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1914,</a:t>
            </a:r>
            <a:r>
              <a:rPr lang="en-US" sz="2550" dirty="0" spc="-26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rồi</a:t>
            </a:r>
            <a:r>
              <a:rPr lang="en-US" sz="2550" dirty="0" spc="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</a:t>
            </a:r>
            <a:r>
              <a:rPr lang="en-US" sz="2550" dirty="0" spc="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Jung</a:t>
            </a:r>
            <a:r>
              <a:rPr lang="en-US" sz="2550" dirty="0" spc="-1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phát</a:t>
            </a:r>
            <a:r>
              <a:rPr lang="en-US" sz="2550" dirty="0" spc="9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triển</a:t>
            </a:r>
            <a:r>
              <a:rPr lang="en-US" sz="2550" dirty="0" spc="5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hướng</a:t>
            </a:r>
            <a:r>
              <a:rPr lang="en-US" sz="2550" dirty="0" spc="8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riêng.</a:t>
            </a:r>
            <a:r>
              <a:rPr lang="en-US" sz="2550" dirty="0" spc="2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</a:t>
            </a:r>
            <a:r>
              <a:rPr lang="en-US" sz="2550" dirty="0" spc="-5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bỏ</a:t>
            </a:r>
            <a:r>
              <a:rPr lang="en-US" sz="2550" dirty="0" spc="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r>
              <a:rPr lang="en-US" sz="2550" dirty="0" spc="-12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gán</a:t>
            </a:r>
            <a:r>
              <a:rPr lang="en-US" sz="2550" dirty="0" spc="-6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550" dirty="0" spc="1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động</a:t>
            </a:r>
            <a:r>
              <a:rPr lang="en-US" sz="2550" dirty="0" spc="-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cơ</a:t>
            </a:r>
            <a:r>
              <a:rPr lang="en-US" sz="2550" dirty="0" spc="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duy</a:t>
            </a:r>
            <a:r>
              <a:rPr lang="en-US" sz="2550" dirty="0" spc="-9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nhất</a:t>
            </a:r>
            <a:r>
              <a:rPr lang="en-US" sz="2550" dirty="0" spc="-19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dirty="0" spc="-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r>
              <a:rPr lang="en-US" sz="2550" dirty="0" spc="8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hứa</a:t>
            </a:r>
            <a:r>
              <a:rPr lang="en-US" sz="2550" dirty="0" spc="18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2550" dirty="0" spc="16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chứng</a:t>
            </a:r>
            <a:r>
              <a:rPr lang="en-US" sz="2550" dirty="0" spc="-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minh</a:t>
            </a:r>
            <a:r>
              <a:rPr lang="en-US" sz="2550" dirty="0" spc="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cơ chế</a:t>
            </a:r>
            <a:r>
              <a:rPr lang="en-US" sz="2550" dirty="0" spc="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giấc mơ.</a:t>
            </a:r>
            <a:r>
              <a:rPr lang="en-US" sz="2550" dirty="0" spc="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 hẹp</a:t>
            </a:r>
            <a:r>
              <a:rPr lang="en-US" sz="2550" dirty="0" spc="2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câu</a:t>
            </a:r>
            <a:r>
              <a:rPr lang="en-US" sz="2550" dirty="0" spc="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550" dirty="0" spc="2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r>
              <a:rPr lang="en-US" sz="2550" dirty="0" spc="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lịch</a:t>
            </a:r>
            <a:r>
              <a:rPr lang="en-US" sz="2550" dirty="0" spc="-3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sử</a:t>
            </a:r>
            <a:r>
              <a:rPr lang="en-US" sz="2550" dirty="0" spc="-2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nghèo</a:t>
            </a:r>
            <a:r>
              <a:rPr lang="en-US" sz="2550" dirty="0" spc="26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đi.</a:t>
            </a:r>
            <a:r>
              <a:rPr lang="en-US" sz="2550" dirty="0" spc="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</a:t>
            </a:r>
            <a:r>
              <a:rPr lang="en-US" sz="2550" dirty="0" spc="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550" dirty="0" spc="5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550" dirty="0" spc="9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2550" dirty="0" spc="-7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thấy</a:t>
            </a:r>
            <a:r>
              <a:rPr lang="en-US" sz="2550" dirty="0" spc="-34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rõ</a:t>
            </a:r>
            <a:r>
              <a:rPr lang="en-US" sz="2550" dirty="0" spc="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phần</a:t>
            </a:r>
            <a:r>
              <a:rPr lang="en-US" sz="2550" dirty="0" spc="18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2550" dirty="0" spc="-4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biết</a:t>
            </a:r>
            <a:r>
              <a:rPr lang="en-US" sz="2550" dirty="0" spc="-19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dirty="0" spc="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mở</a:t>
            </a:r>
            <a:r>
              <a:rPr lang="en-US" sz="2550" dirty="0" spc="-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đúng</a:t>
            </a:r>
            <a:r>
              <a:rPr lang="en-US" sz="2550" dirty="0" spc="2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câu</a:t>
            </a:r>
            <a:r>
              <a:rPr lang="en-US" sz="2550" dirty="0" spc="-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</a:t>
            </a:r>
            <a:r>
              <a:rPr lang="en-US" sz="2550" dirty="0" spc="18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2550" dirty="0" spc="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nghiên</a:t>
            </a:r>
            <a:r>
              <a:rPr lang="en-US" sz="2550" dirty="0" spc="19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cứu</a:t>
            </a:r>
            <a:r>
              <a:rPr lang="en-US" sz="2550" dirty="0" spc="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tiếp.</a:t>
            </a:r>
            <a:endParaRPr lang="en-US" sz="2550" dirty="0"/>
          </a:p>
        </p:txBody>
      </p:sp>
      <p:sp>
        <p:nvSpPr>
          <p:cNvPr id="18" name="Text 15"/>
          <p:cNvSpPr/>
          <p:nvPr/>
        </p:nvSpPr>
        <p:spPr>
          <a:xfrm>
            <a:off x="762000" y="9525000"/>
            <a:ext cx="16383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25" dirty="0" spc="2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J01</a:t>
            </a:r>
            <a:r>
              <a:rPr lang="en-US" sz="1725" dirty="0" spc="1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</a:t>
            </a:r>
            <a:r>
              <a:rPr lang="en-US" sz="1725" dirty="0" spc="0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725" dirty="0" spc="4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Dựa</a:t>
            </a:r>
            <a:r>
              <a:rPr lang="en-US" sz="1725" dirty="0" spc="-13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1725" dirty="0" spc="0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[S1–S5]</a:t>
            </a:r>
            <a:endParaRPr lang="en-US" sz="1725" dirty="0"/>
          </a:p>
        </p:txBody>
      </p:sp>
      <p:sp>
        <p:nvSpPr>
          <p:cNvPr id="19" name="Text 16"/>
          <p:cNvSpPr/>
          <p:nvPr/>
        </p:nvSpPr>
        <p:spPr>
          <a:xfrm>
            <a:off x="762000" y="9953625"/>
            <a:ext cx="157162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2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J01</a:t>
            </a:r>
            <a:r>
              <a:rPr lang="en-US" sz="1650" dirty="0" spc="0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Visual edition</a:t>
            </a:r>
            <a:r>
              <a:rPr lang="en-US" sz="1650" dirty="0" spc="1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6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26/40</a:t>
            </a:r>
            <a:endParaRPr lang="en-US" sz="1650" dirty="0"/>
          </a:p>
        </p:txBody>
      </p:sp>
      <p:sp>
        <p:nvSpPr>
          <p:cNvPr id="20" name="Shape 17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1" name="Moda image moda-export-watermark-65c7b372-ddc5-4e69-858d-2430f9de9387" descr="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76250"/>
            <a:ext cx="153352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🔬 G · MODERN SCIENTIFIC PERSPECTIVE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762000" y="1143000"/>
            <a:ext cx="16764000" cy="1476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500" b="1" dirty="0" spc="2" kern="0">
                <a:solidFill>
                  <a:srgbClr val="20242A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Ba</a:t>
            </a:r>
            <a:r>
              <a:rPr lang="en-US" sz="4500" b="1" dirty="0" spc="8" kern="0">
                <a:solidFill>
                  <a:srgbClr val="20242A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đối</a:t>
            </a:r>
            <a:r>
              <a:rPr lang="en-US" sz="4500" b="1" dirty="0" spc="-18" kern="0">
                <a:solidFill>
                  <a:srgbClr val="20242A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tượng,</a:t>
            </a:r>
            <a:r>
              <a:rPr lang="en-US" sz="4500" b="1" dirty="0" spc="0" kern="0">
                <a:solidFill>
                  <a:srgbClr val="20242A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ba</a:t>
            </a:r>
            <a:r>
              <a:rPr lang="en-US" sz="4500" b="1" dirty="0" spc="-4" kern="0">
                <a:solidFill>
                  <a:srgbClr val="20242A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loại</a:t>
            </a:r>
            <a:r>
              <a:rPr lang="en-US" sz="4500" b="1" dirty="0" spc="3" kern="0">
                <a:solidFill>
                  <a:srgbClr val="20242A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câu</a:t>
            </a:r>
            <a:r>
              <a:rPr lang="en-US" sz="4500" b="1" dirty="0" spc="1" kern="0">
                <a:solidFill>
                  <a:srgbClr val="20242A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hỏi</a:t>
            </a:r>
            <a:endParaRPr lang="en-US" sz="4500" dirty="0"/>
          </a:p>
        </p:txBody>
      </p:sp>
      <p:pic>
        <p:nvPicPr>
          <p:cNvPr id="4" name="Moda flattened rect-1792822589743-373756538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602075" y="409575"/>
            <a:ext cx="590550" cy="59055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62000" y="2857500"/>
            <a:ext cx="16478250" cy="3476625"/>
          </a:xfrm>
          <a:prstGeom prst="roundRect">
            <a:avLst>
              <a:gd name="adj" fmla="val 3288"/>
            </a:avLst>
          </a:prstGeom>
          <a:solidFill>
            <a:srgbClr val="EDE8F5"/>
          </a:solidFill>
          <a:ln/>
        </p:spPr>
      </p:sp>
      <p:sp>
        <p:nvSpPr>
          <p:cNvPr id="6" name="Text 3"/>
          <p:cNvSpPr/>
          <p:nvPr/>
        </p:nvSpPr>
        <p:spPr>
          <a:xfrm>
            <a:off x="1047750" y="3190875"/>
            <a:ext cx="381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1" kern="0">
                <a:solidFill>
                  <a:srgbClr val="493C89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Lịch</a:t>
            </a:r>
            <a:r>
              <a:rPr lang="en-US" sz="2700" b="1" dirty="0" spc="2" kern="0">
                <a:solidFill>
                  <a:srgbClr val="493C89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sử</a:t>
            </a:r>
            <a:endParaRPr lang="en-US" sz="2700" dirty="0"/>
          </a:p>
        </p:txBody>
      </p:sp>
      <p:sp>
        <p:nvSpPr>
          <p:cNvPr id="7" name="Text 4"/>
          <p:cNvSpPr/>
          <p:nvPr/>
        </p:nvSpPr>
        <p:spPr>
          <a:xfrm>
            <a:off x="5524500" y="3190875"/>
            <a:ext cx="11239500" cy="809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25" dirty="0" spc="-135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Tư</a:t>
            </a:r>
            <a:r>
              <a:rPr lang="en-US" sz="2625" dirty="0" spc="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625" dirty="0" spc="-15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625" dirty="0" spc="-2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bối</a:t>
            </a:r>
            <a:r>
              <a:rPr lang="en-US" sz="2625" dirty="0" spc="2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cảnh.</a:t>
            </a:r>
            <a:endParaRPr lang="en-US" sz="2625" dirty="0"/>
          </a:p>
        </p:txBody>
      </p:sp>
      <p:sp>
        <p:nvSpPr>
          <p:cNvPr id="8" name="Connector line-1792822589747-80537971"/>
          <p:cNvSpPr/>
          <p:nvPr/>
        </p:nvSpPr>
        <p:spPr>
          <a:xfrm>
            <a:off x="1047750" y="4048125"/>
            <a:ext cx="15906750" cy="0"/>
          </a:xfrm>
          <a:prstGeom prst="line">
            <a:avLst/>
          </a:prstGeom>
          <a:noFill/>
          <a:ln w="28575">
            <a:solidFill>
              <a:srgbClr val="493C89"/>
            </a:solidFill>
            <a:prstDash val="solid"/>
            <a:headEnd type="none"/>
            <a:tailEnd type="none"/>
          </a:ln>
        </p:spPr>
      </p:sp>
      <p:sp>
        <p:nvSpPr>
          <p:cNvPr id="9" name="Text 6"/>
          <p:cNvSpPr/>
          <p:nvPr/>
        </p:nvSpPr>
        <p:spPr>
          <a:xfrm>
            <a:off x="1047750" y="4286250"/>
            <a:ext cx="381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4" kern="0">
                <a:solidFill>
                  <a:srgbClr val="493C89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Khái</a:t>
            </a:r>
            <a:r>
              <a:rPr lang="en-US" sz="2700" b="1" dirty="0" spc="2" kern="0">
                <a:solidFill>
                  <a:srgbClr val="493C89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niệm</a:t>
            </a:r>
            <a:endParaRPr lang="en-US" sz="2700" dirty="0"/>
          </a:p>
        </p:txBody>
      </p:sp>
      <p:sp>
        <p:nvSpPr>
          <p:cNvPr id="10" name="Text 7"/>
          <p:cNvSpPr/>
          <p:nvPr/>
        </p:nvSpPr>
        <p:spPr>
          <a:xfrm>
            <a:off x="5524500" y="4286250"/>
            <a:ext cx="11239500" cy="809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25" dirty="0" spc="4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Định</a:t>
            </a:r>
            <a:r>
              <a:rPr lang="en-US" sz="2625" dirty="0" spc="2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nghĩa</a:t>
            </a:r>
            <a:r>
              <a:rPr lang="en-US" sz="2625" dirty="0" spc="-17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625" dirty="0" spc="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phép</a:t>
            </a:r>
            <a:r>
              <a:rPr lang="en-US" sz="2625" dirty="0" spc="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kiểm.</a:t>
            </a:r>
            <a:endParaRPr lang="en-US" sz="2625" dirty="0"/>
          </a:p>
        </p:txBody>
      </p:sp>
      <p:sp>
        <p:nvSpPr>
          <p:cNvPr id="11" name="Connector line-1792822589749-556404278"/>
          <p:cNvSpPr/>
          <p:nvPr/>
        </p:nvSpPr>
        <p:spPr>
          <a:xfrm>
            <a:off x="1047750" y="5143500"/>
            <a:ext cx="15906750" cy="0"/>
          </a:xfrm>
          <a:prstGeom prst="line">
            <a:avLst/>
          </a:prstGeom>
          <a:noFill/>
          <a:ln w="28575">
            <a:solidFill>
              <a:srgbClr val="493C89"/>
            </a:solidFill>
            <a:prstDash val="solid"/>
            <a:headEnd type="none"/>
            <a:tailEnd type="none"/>
          </a:ln>
        </p:spPr>
      </p:sp>
      <p:sp>
        <p:nvSpPr>
          <p:cNvPr id="12" name="Text 9"/>
          <p:cNvSpPr/>
          <p:nvPr/>
        </p:nvSpPr>
        <p:spPr>
          <a:xfrm>
            <a:off x="1047750" y="5381625"/>
            <a:ext cx="381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-30" kern="0">
                <a:solidFill>
                  <a:srgbClr val="493C89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Trị</a:t>
            </a:r>
            <a:r>
              <a:rPr lang="en-US" sz="2700" b="1" dirty="0" spc="4" kern="0">
                <a:solidFill>
                  <a:srgbClr val="493C89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liệu</a:t>
            </a:r>
            <a:endParaRPr lang="en-US" sz="2700" dirty="0"/>
          </a:p>
        </p:txBody>
      </p:sp>
      <p:sp>
        <p:nvSpPr>
          <p:cNvPr id="13" name="Text 10"/>
          <p:cNvSpPr/>
          <p:nvPr/>
        </p:nvSpPr>
        <p:spPr>
          <a:xfrm>
            <a:off x="5524500" y="5381625"/>
            <a:ext cx="11239500" cy="809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25" dirty="0" spc="-55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Kết</a:t>
            </a:r>
            <a:r>
              <a:rPr lang="en-US" sz="2625" dirty="0" spc="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quả</a:t>
            </a:r>
            <a:r>
              <a:rPr lang="en-US" sz="2625" dirty="0" spc="-17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625" dirty="0" spc="-2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thiết</a:t>
            </a:r>
            <a:r>
              <a:rPr lang="en-US" sz="2625" dirty="0" spc="-4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</a:t>
            </a:r>
            <a:r>
              <a:rPr lang="en-US" sz="2625" dirty="0" spc="3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nghiên</a:t>
            </a:r>
            <a:r>
              <a:rPr lang="en-US" sz="2625" dirty="0" spc="16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cứu.</a:t>
            </a:r>
            <a:endParaRPr lang="en-US" sz="2625" dirty="0"/>
          </a:p>
        </p:txBody>
      </p:sp>
      <p:sp>
        <p:nvSpPr>
          <p:cNvPr id="14" name="Text 11"/>
          <p:cNvSpPr/>
          <p:nvPr/>
        </p:nvSpPr>
        <p:spPr>
          <a:xfrm>
            <a:off x="857250" y="7048500"/>
            <a:ext cx="16383000" cy="209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2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Lịch</a:t>
            </a:r>
            <a:r>
              <a:rPr lang="en-US" sz="2550" dirty="0" spc="-4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sử</a:t>
            </a:r>
            <a:r>
              <a:rPr lang="en-US" sz="2550" dirty="0" spc="-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 ai</a:t>
            </a:r>
            <a:r>
              <a:rPr lang="en-US" sz="2550" dirty="0" spc="-5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viết</a:t>
            </a:r>
            <a:r>
              <a:rPr lang="en-US" sz="2550" dirty="0" spc="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gì</a:t>
            </a:r>
            <a:r>
              <a:rPr lang="en-US" sz="2550" dirty="0" spc="-17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550" dirty="0" spc="-2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hoàn</a:t>
            </a:r>
            <a:r>
              <a:rPr lang="en-US" sz="2550" dirty="0" spc="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cảnh</a:t>
            </a:r>
            <a:r>
              <a:rPr lang="en-US" sz="2550" dirty="0" spc="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nào.</a:t>
            </a:r>
            <a:r>
              <a:rPr lang="en-US" sz="2550" dirty="0" spc="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Nghiên</a:t>
            </a:r>
            <a:r>
              <a:rPr lang="en-US" sz="2550" dirty="0" spc="2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cứu</a:t>
            </a:r>
            <a:r>
              <a:rPr lang="en-US" sz="2550" dirty="0" spc="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khái niệm hỏi</a:t>
            </a:r>
            <a:r>
              <a:rPr lang="en-US" sz="2550" dirty="0" spc="-6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550" dirty="0" spc="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mô</a:t>
            </a:r>
            <a:r>
              <a:rPr lang="en-US" sz="2550" dirty="0" spc="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2550" dirty="0" spc="6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550" dirty="0" spc="2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r>
              <a:rPr lang="en-US" sz="2550" dirty="0" spc="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nghĩa</a:t>
            </a:r>
            <a:r>
              <a:rPr lang="en-US" sz="2550" dirty="0" spc="-9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nhất</a:t>
            </a:r>
            <a:r>
              <a:rPr lang="en-US" sz="2550" dirty="0" spc="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quán</a:t>
            </a:r>
            <a:r>
              <a:rPr lang="en-US" sz="2550" dirty="0" spc="-18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dirty="0" spc="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kiểm</a:t>
            </a:r>
            <a:r>
              <a:rPr lang="en-US" sz="2550" dirty="0" spc="6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550" dirty="0" spc="-34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</a:t>
            </a:r>
            <a:r>
              <a:rPr lang="en-US" sz="2550" dirty="0" spc="-5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sao.</a:t>
            </a:r>
            <a:r>
              <a:rPr lang="en-US" sz="2550" dirty="0" spc="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Nghiên</a:t>
            </a:r>
            <a:r>
              <a:rPr lang="en-US" sz="2550" dirty="0" spc="2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cứu</a:t>
            </a:r>
            <a:r>
              <a:rPr lang="en-US" sz="2550" dirty="0" spc="-33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2550" dirty="0" spc="2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quả</a:t>
            </a:r>
            <a:r>
              <a:rPr lang="en-US" sz="2550" dirty="0" spc="14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trị</a:t>
            </a:r>
            <a:r>
              <a:rPr lang="en-US" sz="2550" dirty="0" spc="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550" dirty="0" spc="-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</a:t>
            </a:r>
            <a:r>
              <a:rPr lang="en-US" sz="2550" dirty="0" spc="22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điều</a:t>
            </a:r>
            <a:r>
              <a:rPr lang="en-US" sz="2550" dirty="0" spc="2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gì</a:t>
            </a:r>
            <a:r>
              <a:rPr lang="en-US" sz="2550" dirty="0" spc="-8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thay</a:t>
            </a:r>
            <a:r>
              <a:rPr lang="en-US" sz="2550" dirty="0" spc="13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</a:t>
            </a:r>
            <a:r>
              <a:rPr lang="en-US" sz="2550" dirty="0" spc="-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550" dirty="0" spc="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nhóm</a:t>
            </a:r>
            <a:r>
              <a:rPr lang="en-US" sz="2550" dirty="0" spc="5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550" dirty="0" spc="-17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550" dirty="0" spc="-5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550" dirty="0" spc="-3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thiết</a:t>
            </a:r>
            <a:r>
              <a:rPr lang="en-US" sz="2550" dirty="0" spc="-36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</a:t>
            </a:r>
            <a:r>
              <a:rPr lang="en-US" sz="2550" dirty="0" spc="-2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cụ</a:t>
            </a:r>
            <a:r>
              <a:rPr lang="en-US" sz="2550" dirty="0" spc="2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thể.</a:t>
            </a:r>
            <a:r>
              <a:rPr lang="en-US" sz="2550" dirty="0" spc="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</a:t>
            </a:r>
            <a:r>
              <a:rPr lang="en-US" sz="2550" dirty="0" spc="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nhiệm</a:t>
            </a:r>
            <a:r>
              <a:rPr lang="en-US" sz="2550" dirty="0" spc="-4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vụ</a:t>
            </a:r>
            <a:r>
              <a:rPr lang="en-US" sz="2550" dirty="0" spc="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550" dirty="0" spc="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r>
              <a:rPr lang="en-US" sz="2550" dirty="0" spc="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liên hệ</a:t>
            </a:r>
            <a:r>
              <a:rPr lang="en-US" sz="2550" dirty="0" spc="16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nhưng</a:t>
            </a:r>
            <a:r>
              <a:rPr lang="en-US" sz="2550" dirty="0" spc="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550" dirty="0" spc="-8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thay</a:t>
            </a:r>
            <a:r>
              <a:rPr lang="en-US" sz="2550" dirty="0" spc="2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thế</a:t>
            </a:r>
            <a:r>
              <a:rPr lang="en-US" sz="2550" dirty="0" spc="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nhau.</a:t>
            </a:r>
            <a:r>
              <a:rPr lang="en-US" sz="2550" dirty="0" spc="-6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550" dirty="0" spc="-9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phát</a:t>
            </a:r>
            <a:r>
              <a:rPr lang="en-US" sz="2550" dirty="0" spc="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hiện</a:t>
            </a:r>
            <a:r>
              <a:rPr lang="en-US" sz="2550" dirty="0" spc="-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550" dirty="0" spc="-9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tầng</a:t>
            </a:r>
            <a:r>
              <a:rPr lang="en-US" sz="2550" dirty="0" spc="-1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này</a:t>
            </a:r>
            <a:r>
              <a:rPr lang="en-US" sz="2550" dirty="0" spc="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 tự</a:t>
            </a:r>
            <a:r>
              <a:rPr lang="en-US" sz="2550" dirty="0" spc="2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điền</a:t>
            </a:r>
            <a:r>
              <a:rPr lang="en-US" sz="2550" dirty="0" spc="14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đáp</a:t>
            </a:r>
            <a:r>
              <a:rPr lang="en-US" sz="2550" dirty="0" spc="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án</a:t>
            </a:r>
            <a:r>
              <a:rPr lang="en-US" sz="2550" dirty="0" spc="-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 hai</a:t>
            </a:r>
            <a:r>
              <a:rPr lang="en-US" sz="2550" dirty="0" spc="-9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tầng</a:t>
            </a:r>
            <a:r>
              <a:rPr lang="en-US" sz="2550" dirty="0" spc="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còn</a:t>
            </a:r>
            <a:r>
              <a:rPr lang="en-US" sz="2550" dirty="0" spc="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lại.</a:t>
            </a:r>
            <a:endParaRPr lang="en-US" sz="2550" dirty="0"/>
          </a:p>
        </p:txBody>
      </p:sp>
      <p:sp>
        <p:nvSpPr>
          <p:cNvPr id="15" name="Text 12"/>
          <p:cNvSpPr/>
          <p:nvPr/>
        </p:nvSpPr>
        <p:spPr>
          <a:xfrm>
            <a:off x="762000" y="9525000"/>
            <a:ext cx="16383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25" dirty="0" spc="2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J01</a:t>
            </a:r>
            <a:r>
              <a:rPr lang="en-US" sz="1725" dirty="0" spc="-1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</a:t>
            </a:r>
            <a:r>
              <a:rPr lang="en-US" sz="1725" dirty="0" spc="0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 Khung</a:t>
            </a:r>
            <a:r>
              <a:rPr lang="en-US" sz="1725" dirty="0" spc="-8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tổng</a:t>
            </a:r>
            <a:r>
              <a:rPr lang="en-US" sz="1725" dirty="0" spc="0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hợp</a:t>
            </a:r>
            <a:r>
              <a:rPr lang="en-US" sz="1725" dirty="0" spc="-5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1725" dirty="0" spc="-1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endParaRPr lang="en-US" sz="1725" dirty="0"/>
          </a:p>
        </p:txBody>
      </p:sp>
      <p:sp>
        <p:nvSpPr>
          <p:cNvPr id="16" name="Text 13"/>
          <p:cNvSpPr/>
          <p:nvPr/>
        </p:nvSpPr>
        <p:spPr>
          <a:xfrm>
            <a:off x="762000" y="9953625"/>
            <a:ext cx="157162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2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J01</a:t>
            </a:r>
            <a:r>
              <a:rPr lang="en-US" sz="1650" dirty="0" spc="0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Visual edition</a:t>
            </a:r>
            <a:r>
              <a:rPr lang="en-US" sz="1650" dirty="0" spc="1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28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27/40</a:t>
            </a:r>
            <a:endParaRPr lang="en-US" sz="1650" dirty="0"/>
          </a:p>
        </p:txBody>
      </p:sp>
      <p:sp>
        <p:nvSpPr>
          <p:cNvPr id="17" name="Shape 1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8" name="Moda image moda-export-watermark-36fa5385-7663-4ffe-9eb0-504a374d87e7" descr="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76250"/>
            <a:ext cx="153352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🔬 G · STUDY PROFILE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762000" y="1143000"/>
            <a:ext cx="16764000" cy="1476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500" b="1" dirty="0" spc="2" kern="0">
                <a:solidFill>
                  <a:srgbClr val="20242A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Nghiên</a:t>
            </a:r>
            <a:r>
              <a:rPr lang="en-US" sz="4500" b="1" dirty="0" spc="4" kern="0">
                <a:solidFill>
                  <a:srgbClr val="20242A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cứu</a:t>
            </a:r>
            <a:r>
              <a:rPr lang="en-US" sz="4500" b="1" dirty="0" spc="-16" kern="0">
                <a:solidFill>
                  <a:srgbClr val="20242A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2025:</a:t>
            </a:r>
            <a:r>
              <a:rPr lang="en-US" sz="4500" b="1" dirty="0" spc="0" kern="0">
                <a:solidFill>
                  <a:srgbClr val="20242A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quan</a:t>
            </a:r>
            <a:r>
              <a:rPr lang="en-US" sz="4500" b="1" dirty="0" spc="-3" kern="0">
                <a:solidFill>
                  <a:srgbClr val="20242A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sát</a:t>
            </a:r>
            <a:r>
              <a:rPr lang="en-US" sz="4500" b="1" dirty="0" spc="0" kern="0">
                <a:solidFill>
                  <a:srgbClr val="20242A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thay</a:t>
            </a:r>
            <a:r>
              <a:rPr lang="en-US" sz="4500" b="1" dirty="0" spc="8" kern="0">
                <a:solidFill>
                  <a:srgbClr val="20242A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đổi</a:t>
            </a:r>
            <a:r>
              <a:rPr lang="en-US" sz="4500" b="1" dirty="0" spc="-12" kern="0">
                <a:solidFill>
                  <a:srgbClr val="20242A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trong</a:t>
            </a:r>
            <a:r>
              <a:rPr lang="en-US" sz="4500" b="1" dirty="0" spc="-8" kern="0">
                <a:solidFill>
                  <a:srgbClr val="20242A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một</a:t>
            </a:r>
            <a:r>
              <a:rPr lang="en-US" sz="4500" b="1" dirty="0" spc="1" kern="0">
                <a:solidFill>
                  <a:srgbClr val="20242A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nhóm</a:t>
            </a:r>
            <a:endParaRPr lang="en-US" sz="4500" dirty="0"/>
          </a:p>
        </p:txBody>
      </p:sp>
      <p:pic>
        <p:nvPicPr>
          <p:cNvPr id="4" name="Moda flattened rect-1792822592735-514000650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602075" y="409575"/>
            <a:ext cx="590550" cy="59055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57250" y="2857500"/>
            <a:ext cx="6096000" cy="2238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0" b="1" dirty="0" spc="-6" kern="0">
                <a:solidFill>
                  <a:srgbClr val="493C89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104</a:t>
            </a:r>
            <a:endParaRPr lang="en-US" sz="13500" dirty="0"/>
          </a:p>
        </p:txBody>
      </p:sp>
      <p:sp>
        <p:nvSpPr>
          <p:cNvPr id="6" name="Text 3"/>
          <p:cNvSpPr/>
          <p:nvPr/>
        </p:nvSpPr>
        <p:spPr>
          <a:xfrm>
            <a:off x="952500" y="5381625"/>
            <a:ext cx="619125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12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Người</a:t>
            </a:r>
            <a:r>
              <a:rPr lang="en-US" sz="3000" dirty="0" spc="3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3000" dirty="0" spc="2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 liệu</a:t>
            </a:r>
            <a:r>
              <a:rPr lang="en-US" sz="3000" dirty="0" spc="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trước–sau.</a:t>
            </a:r>
            <a:endParaRPr lang="en-US" sz="3000" dirty="0"/>
          </a:p>
        </p:txBody>
      </p:sp>
      <p:sp>
        <p:nvSpPr>
          <p:cNvPr id="7" name="Shape 4"/>
          <p:cNvSpPr/>
          <p:nvPr/>
        </p:nvSpPr>
        <p:spPr>
          <a:xfrm>
            <a:off x="8572500" y="3000375"/>
            <a:ext cx="8667750" cy="1428750"/>
          </a:xfrm>
          <a:prstGeom prst="roundRect">
            <a:avLst>
              <a:gd name="adj" fmla="val 8000"/>
            </a:avLst>
          </a:prstGeom>
          <a:solidFill>
            <a:srgbClr val="EDE8F5"/>
          </a:solidFill>
          <a:ln/>
        </p:spPr>
      </p:sp>
      <p:sp>
        <p:nvSpPr>
          <p:cNvPr id="8" name="Text 5"/>
          <p:cNvSpPr/>
          <p:nvPr/>
        </p:nvSpPr>
        <p:spPr>
          <a:xfrm>
            <a:off x="8905875" y="3190875"/>
            <a:ext cx="314325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1" kern="0">
                <a:solidFill>
                  <a:srgbClr val="493C89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Đo</a:t>
            </a:r>
            <a:r>
              <a:rPr lang="en-US" sz="2700" b="1" dirty="0" spc="-21" kern="0">
                <a:solidFill>
                  <a:srgbClr val="493C89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lường</a:t>
            </a:r>
            <a:endParaRPr lang="en-US" sz="2700" dirty="0"/>
          </a:p>
        </p:txBody>
      </p:sp>
      <p:sp>
        <p:nvSpPr>
          <p:cNvPr id="9" name="Text 6"/>
          <p:cNvSpPr/>
          <p:nvPr/>
        </p:nvSpPr>
        <p:spPr>
          <a:xfrm>
            <a:off x="12382500" y="3190875"/>
            <a:ext cx="447675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25" dirty="0" spc="-2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Các</a:t>
            </a:r>
            <a:r>
              <a:rPr lang="en-US" sz="2625" dirty="0" spc="2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thang</a:t>
            </a:r>
            <a:r>
              <a:rPr lang="en-US" sz="2625" dirty="0" spc="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r>
              <a:rPr lang="en-US" sz="2625" dirty="0" spc="-3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báo</a:t>
            </a:r>
            <a:r>
              <a:rPr lang="en-US" sz="2625" dirty="0" spc="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cáo.</a:t>
            </a:r>
            <a:endParaRPr lang="en-US" sz="2625" dirty="0"/>
          </a:p>
        </p:txBody>
      </p:sp>
      <p:sp>
        <p:nvSpPr>
          <p:cNvPr id="10" name="Shape 7"/>
          <p:cNvSpPr/>
          <p:nvPr/>
        </p:nvSpPr>
        <p:spPr>
          <a:xfrm>
            <a:off x="8572500" y="4714875"/>
            <a:ext cx="8667750" cy="1428750"/>
          </a:xfrm>
          <a:prstGeom prst="roundRect">
            <a:avLst>
              <a:gd name="adj" fmla="val 8000"/>
            </a:avLst>
          </a:prstGeom>
          <a:solidFill>
            <a:srgbClr val="EDE8F5"/>
          </a:solidFill>
          <a:ln/>
        </p:spPr>
      </p:sp>
      <p:sp>
        <p:nvSpPr>
          <p:cNvPr id="11" name="Text 8"/>
          <p:cNvSpPr/>
          <p:nvPr/>
        </p:nvSpPr>
        <p:spPr>
          <a:xfrm>
            <a:off x="8905875" y="4905375"/>
            <a:ext cx="314325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0" kern="0">
                <a:solidFill>
                  <a:srgbClr val="493C89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Thiết</a:t>
            </a:r>
            <a:r>
              <a:rPr lang="en-US" sz="2700" b="1" dirty="0" spc="-18" kern="0">
                <a:solidFill>
                  <a:srgbClr val="493C89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kế</a:t>
            </a:r>
            <a:endParaRPr lang="en-US" sz="2700" dirty="0"/>
          </a:p>
        </p:txBody>
      </p:sp>
      <p:sp>
        <p:nvSpPr>
          <p:cNvPr id="12" name="Text 9"/>
          <p:cNvSpPr/>
          <p:nvPr/>
        </p:nvSpPr>
        <p:spPr>
          <a:xfrm>
            <a:off x="12382500" y="4905375"/>
            <a:ext cx="447675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25" dirty="0" spc="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2625" dirty="0" spc="-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625" dirty="0" spc="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nhóm</a:t>
            </a:r>
            <a:r>
              <a:rPr lang="en-US" sz="2625" dirty="0" spc="16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</a:t>
            </a:r>
            <a:r>
              <a:rPr lang="en-US" sz="2625" dirty="0" spc="17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chứng.</a:t>
            </a:r>
            <a:endParaRPr lang="en-US" sz="2625" dirty="0"/>
          </a:p>
        </p:txBody>
      </p:sp>
      <p:sp>
        <p:nvSpPr>
          <p:cNvPr id="13" name="Text 10"/>
          <p:cNvSpPr/>
          <p:nvPr/>
        </p:nvSpPr>
        <p:spPr>
          <a:xfrm>
            <a:off x="857250" y="7048500"/>
            <a:ext cx="16383000" cy="209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7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Một</a:t>
            </a:r>
            <a:r>
              <a:rPr lang="en-US" sz="2550" dirty="0" spc="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nghiên</a:t>
            </a:r>
            <a:r>
              <a:rPr lang="en-US" sz="2550" dirty="0" spc="19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cứu</a:t>
            </a:r>
            <a:r>
              <a:rPr lang="en-US" sz="2550" dirty="0" spc="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trước–sau</a:t>
            </a:r>
            <a:r>
              <a:rPr lang="en-US" sz="2550" dirty="0" spc="-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giúp</a:t>
            </a:r>
            <a:r>
              <a:rPr lang="en-US" sz="2550" dirty="0" spc="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quan</a:t>
            </a:r>
            <a:r>
              <a:rPr lang="en-US" sz="2550" dirty="0" spc="-19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sát</a:t>
            </a:r>
            <a:r>
              <a:rPr lang="en-US" sz="2550" dirty="0" spc="-8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thay</a:t>
            </a:r>
            <a:r>
              <a:rPr lang="en-US" sz="2550" dirty="0" spc="13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</a:t>
            </a:r>
            <a:r>
              <a:rPr lang="en-US" sz="2550" dirty="0" spc="-17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550" dirty="0" spc="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nhóm</a:t>
            </a:r>
            <a:r>
              <a:rPr lang="en-US" sz="2550" dirty="0" spc="6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550" dirty="0" spc="-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 dõi,</a:t>
            </a:r>
            <a:r>
              <a:rPr lang="en-US" sz="2550" dirty="0" spc="15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nhưng</a:t>
            </a:r>
            <a:r>
              <a:rPr lang="en-US" sz="2550" dirty="0" spc="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550" dirty="0" spc="-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r>
              <a:rPr lang="en-US" sz="2550" dirty="0" spc="-9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tách</a:t>
            </a:r>
            <a:r>
              <a:rPr lang="en-US" sz="2550" dirty="0" spc="6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550" dirty="0" spc="-1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tác</a:t>
            </a:r>
            <a:r>
              <a:rPr lang="en-US" sz="2550" dirty="0" spc="1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động</a:t>
            </a:r>
            <a:r>
              <a:rPr lang="en-US" sz="2550" dirty="0" spc="9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riêng</a:t>
            </a:r>
            <a:r>
              <a:rPr lang="en-US" sz="2550" dirty="0" spc="-2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550" dirty="0" spc="4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phương</a:t>
            </a:r>
            <a:r>
              <a:rPr lang="en-US" sz="2550" dirty="0" spc="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pháp</a:t>
            </a:r>
            <a:r>
              <a:rPr lang="en-US" sz="2550" dirty="0" spc="-15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2550" dirty="0" spc="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</a:t>
            </a:r>
            <a:r>
              <a:rPr lang="en-US" sz="2550" dirty="0" spc="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khả</a:t>
            </a:r>
            <a:r>
              <a:rPr lang="en-US" sz="2550" dirty="0" spc="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năng khác.</a:t>
            </a:r>
            <a:r>
              <a:rPr lang="en-US" sz="2550" dirty="0" spc="2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2550" dirty="0" spc="-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hiện</a:t>
            </a:r>
            <a:r>
              <a:rPr lang="en-US" sz="2550" dirty="0" spc="13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đại</a:t>
            </a:r>
            <a:r>
              <a:rPr lang="en-US" sz="2550" dirty="0" spc="-1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này</a:t>
            </a:r>
            <a:r>
              <a:rPr lang="en-US" sz="2550" dirty="0" spc="7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550" dirty="0" spc="-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2550" dirty="0" spc="17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2550" dirty="0" spc="-3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học</a:t>
            </a:r>
            <a:r>
              <a:rPr lang="en-US" sz="2550" dirty="0" spc="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cách</a:t>
            </a:r>
            <a:r>
              <a:rPr lang="en-US" sz="2550" dirty="0" spc="1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2550" dirty="0" spc="-3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thiết</a:t>
            </a:r>
            <a:r>
              <a:rPr lang="en-US" sz="2550" dirty="0" spc="-28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kế,</a:t>
            </a:r>
            <a:r>
              <a:rPr lang="en-US" sz="2550" dirty="0" spc="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550" dirty="0" spc="18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2550" dirty="0" spc="-18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xác</a:t>
            </a:r>
            <a:r>
              <a:rPr lang="en-US" sz="2550" dirty="0" spc="-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</a:t>
            </a:r>
            <a:r>
              <a:rPr lang="en-US" sz="2550" dirty="0" spc="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mọi</a:t>
            </a:r>
            <a:r>
              <a:rPr lang="en-US" sz="2550" dirty="0" spc="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khái</a:t>
            </a:r>
            <a:r>
              <a:rPr lang="en-US" sz="2550" dirty="0" spc="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niệm Jungian.</a:t>
            </a:r>
            <a:r>
              <a:rPr lang="en-US" sz="2550" dirty="0" spc="-1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Hãy</a:t>
            </a:r>
            <a:r>
              <a:rPr lang="en-US" sz="2550" dirty="0" spc="-14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bắt</a:t>
            </a:r>
            <a:r>
              <a:rPr lang="en-US" sz="2550" dirty="0" spc="15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đầu</a:t>
            </a:r>
            <a:r>
              <a:rPr lang="en-US" sz="2550" dirty="0" spc="-2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bằng</a:t>
            </a:r>
            <a:r>
              <a:rPr lang="en-US" sz="2550" dirty="0" spc="2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câu</a:t>
            </a:r>
            <a:r>
              <a:rPr lang="en-US" sz="2550" dirty="0" spc="-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</a:t>
            </a:r>
            <a:r>
              <a:rPr lang="en-US" sz="2550" dirty="0" spc="5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“người</a:t>
            </a:r>
            <a:r>
              <a:rPr lang="en-US" sz="2550" dirty="0" spc="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nghiên</a:t>
            </a:r>
            <a:r>
              <a:rPr lang="en-US" sz="2550" dirty="0" spc="19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cứu</a:t>
            </a:r>
            <a:r>
              <a:rPr lang="en-US" sz="2550" dirty="0" spc="7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thực</a:t>
            </a:r>
            <a:r>
              <a:rPr lang="en-US" sz="2550" dirty="0" spc="-4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sự</a:t>
            </a:r>
            <a:r>
              <a:rPr lang="en-US" sz="2550" dirty="0" spc="17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</a:t>
            </a:r>
            <a:r>
              <a:rPr lang="en-US" sz="2550" dirty="0" spc="22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điều</a:t>
            </a:r>
            <a:r>
              <a:rPr lang="en-US" sz="2550" dirty="0" spc="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gì?”</a:t>
            </a:r>
            <a:r>
              <a:rPr lang="en-US" sz="2550" dirty="0" spc="6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trước</a:t>
            </a:r>
            <a:r>
              <a:rPr lang="en-US" sz="2550" dirty="0" spc="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2550" dirty="0" spc="-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</a:t>
            </a:r>
            <a:r>
              <a:rPr lang="en-US" sz="2550" dirty="0" spc="-33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2550" dirty="0" spc="2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quả</a:t>
            </a:r>
            <a:r>
              <a:rPr lang="en-US" sz="2550" dirty="0" spc="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550" dirty="0" spc="-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ủng hộ</a:t>
            </a:r>
            <a:r>
              <a:rPr lang="en-US" sz="2550" dirty="0" spc="5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trường</a:t>
            </a:r>
            <a:r>
              <a:rPr lang="en-US" sz="2550" dirty="0" spc="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phái</a:t>
            </a:r>
            <a:r>
              <a:rPr lang="en-US" sz="2550" dirty="0" spc="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mình thích không.</a:t>
            </a:r>
            <a:endParaRPr lang="en-US" sz="2550" dirty="0"/>
          </a:p>
        </p:txBody>
      </p:sp>
      <p:sp>
        <p:nvSpPr>
          <p:cNvPr id="14" name="Text 11"/>
          <p:cNvSpPr/>
          <p:nvPr/>
        </p:nvSpPr>
        <p:spPr>
          <a:xfrm>
            <a:off x="762000" y="9525000"/>
            <a:ext cx="16383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25" dirty="0" spc="3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[S8]</a:t>
            </a:r>
            <a:r>
              <a:rPr lang="en-US" sz="1725" dirty="0" spc="-4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Methods;</a:t>
            </a:r>
            <a:r>
              <a:rPr lang="en-US" sz="1725" dirty="0" spc="-10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Results;</a:t>
            </a:r>
            <a:r>
              <a:rPr lang="en-US" sz="1725" dirty="0" spc="-5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Limitations</a:t>
            </a:r>
            <a:endParaRPr lang="en-US" sz="1725" dirty="0"/>
          </a:p>
        </p:txBody>
      </p:sp>
      <p:sp>
        <p:nvSpPr>
          <p:cNvPr id="15" name="Text 12"/>
          <p:cNvSpPr/>
          <p:nvPr/>
        </p:nvSpPr>
        <p:spPr>
          <a:xfrm>
            <a:off x="762000" y="9953625"/>
            <a:ext cx="157162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2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J01</a:t>
            </a:r>
            <a:r>
              <a:rPr lang="en-US" sz="1650" dirty="0" spc="0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Visual edition</a:t>
            </a:r>
            <a:r>
              <a:rPr lang="en-US" sz="1650" dirty="0" spc="1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6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28/40</a:t>
            </a:r>
            <a:endParaRPr lang="en-US" sz="1650" dirty="0"/>
          </a:p>
        </p:txBody>
      </p:sp>
      <p:sp>
        <p:nvSpPr>
          <p:cNvPr id="16" name="Shape 13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7" name="Moda image moda-export-watermark-89fa8c86-cf7c-418d-8e4e-0c0d8d743ab4" descr="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241F3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76250"/>
            <a:ext cx="153352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>
                <a:solidFill>
                  <a:srgbClr val="C8BDE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🔬 G · THIẾT KẾ VÀ ĐỘ CHẮC CHẮN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762000" y="1143000"/>
            <a:ext cx="16764000" cy="1476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500" b="1" dirty="0" spc="-11" kern="0">
                <a:solidFill>
                  <a:srgbClr val="F5F0E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Một</a:t>
            </a:r>
            <a:r>
              <a:rPr lang="en-US" sz="4500" b="1" dirty="0" spc="0" kern="0">
                <a:solidFill>
                  <a:srgbClr val="F5F0E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tín</a:t>
            </a:r>
            <a:r>
              <a:rPr lang="en-US" sz="4500" b="1" dirty="0" spc="3" kern="0">
                <a:solidFill>
                  <a:srgbClr val="F5F0E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hiệu</a:t>
            </a:r>
            <a:r>
              <a:rPr lang="en-US" sz="4500" b="1" dirty="0" spc="1" kern="0">
                <a:solidFill>
                  <a:srgbClr val="F5F0E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tích</a:t>
            </a:r>
            <a:r>
              <a:rPr lang="en-US" sz="4500" b="1" dirty="0" spc="-36" kern="0">
                <a:solidFill>
                  <a:srgbClr val="F5F0E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cực</a:t>
            </a:r>
            <a:r>
              <a:rPr lang="en-US" sz="4500" b="1" dirty="0" spc="-35" kern="0">
                <a:solidFill>
                  <a:srgbClr val="F5F0E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vẫn</a:t>
            </a:r>
            <a:r>
              <a:rPr lang="en-US" sz="4500" b="1" dirty="0" spc="2" kern="0">
                <a:solidFill>
                  <a:srgbClr val="F5F0E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cần</a:t>
            </a:r>
            <a:r>
              <a:rPr lang="en-US" sz="4500" b="1" dirty="0" spc="-13" kern="0">
                <a:solidFill>
                  <a:srgbClr val="F5F0E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giới</a:t>
            </a:r>
            <a:r>
              <a:rPr lang="en-US" sz="4500" b="1" dirty="0" spc="2" kern="0">
                <a:solidFill>
                  <a:srgbClr val="F5F0E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hạn</a:t>
            </a:r>
            <a:endParaRPr lang="en-US" sz="4500" dirty="0"/>
          </a:p>
        </p:txBody>
      </p:sp>
      <p:pic>
        <p:nvPicPr>
          <p:cNvPr id="4" name="Moda flattened rect-1792822595537-988533386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602075" y="409575"/>
            <a:ext cx="590550" cy="59055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62000" y="2714625"/>
            <a:ext cx="1047750" cy="809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b="1" dirty="0" spc="-19" kern="0">
                <a:solidFill>
                  <a:srgbClr val="C8BDEE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01</a:t>
            </a:r>
            <a:endParaRPr lang="en-US" sz="4800" dirty="0"/>
          </a:p>
        </p:txBody>
      </p:sp>
      <p:sp>
        <p:nvSpPr>
          <p:cNvPr id="6" name="Shape 3"/>
          <p:cNvSpPr/>
          <p:nvPr/>
        </p:nvSpPr>
        <p:spPr>
          <a:xfrm>
            <a:off x="762000" y="3762375"/>
            <a:ext cx="5238750" cy="2476500"/>
          </a:xfrm>
          <a:prstGeom prst="roundRect">
            <a:avLst>
              <a:gd name="adj" fmla="val 4615"/>
            </a:avLst>
          </a:prstGeom>
          <a:solidFill>
            <a:srgbClr val="38304F"/>
          </a:solidFill>
          <a:ln/>
        </p:spPr>
      </p:sp>
      <p:sp>
        <p:nvSpPr>
          <p:cNvPr id="7" name="Text 4"/>
          <p:cNvSpPr/>
          <p:nvPr/>
        </p:nvSpPr>
        <p:spPr>
          <a:xfrm>
            <a:off x="1047750" y="4000500"/>
            <a:ext cx="4667250" cy="809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-6" kern="0">
                <a:solidFill>
                  <a:srgbClr val="C8BDEE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Tín</a:t>
            </a:r>
            <a:r>
              <a:rPr lang="en-US" sz="2550" b="1" dirty="0" spc="1" kern="0">
                <a:solidFill>
                  <a:srgbClr val="C8BDEE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hiệu</a:t>
            </a:r>
            <a:endParaRPr lang="en-US" sz="2550" dirty="0"/>
          </a:p>
        </p:txBody>
      </p:sp>
      <p:sp>
        <p:nvSpPr>
          <p:cNvPr id="8" name="Text 5"/>
          <p:cNvSpPr/>
          <p:nvPr/>
        </p:nvSpPr>
        <p:spPr>
          <a:xfrm>
            <a:off x="1047750" y="5048250"/>
            <a:ext cx="466725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77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Tác</a:t>
            </a:r>
            <a:r>
              <a:rPr lang="en-US" sz="255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</a:t>
            </a:r>
            <a:r>
              <a:rPr lang="en-US" sz="2550" dirty="0" spc="-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báo</a:t>
            </a:r>
            <a:r>
              <a:rPr lang="en-US" sz="255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cáo</a:t>
            </a:r>
            <a:r>
              <a:rPr lang="en-US" sz="2550" dirty="0" spc="-7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thay</a:t>
            </a:r>
            <a:r>
              <a:rPr lang="en-US" sz="2550" dirty="0" spc="1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đổi.</a:t>
            </a:r>
            <a:endParaRPr lang="en-US" sz="2550" dirty="0"/>
          </a:p>
        </p:txBody>
      </p:sp>
      <p:sp>
        <p:nvSpPr>
          <p:cNvPr id="9" name="Text 6"/>
          <p:cNvSpPr/>
          <p:nvPr/>
        </p:nvSpPr>
        <p:spPr>
          <a:xfrm>
            <a:off x="6381750" y="2714625"/>
            <a:ext cx="1047750" cy="809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b="1" dirty="0" spc="-10" kern="0">
                <a:solidFill>
                  <a:srgbClr val="C8BDEE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02</a:t>
            </a:r>
            <a:endParaRPr lang="en-US" sz="4800" dirty="0"/>
          </a:p>
        </p:txBody>
      </p:sp>
      <p:sp>
        <p:nvSpPr>
          <p:cNvPr id="10" name="Shape 7"/>
          <p:cNvSpPr/>
          <p:nvPr/>
        </p:nvSpPr>
        <p:spPr>
          <a:xfrm>
            <a:off x="6381750" y="3762375"/>
            <a:ext cx="5238750" cy="2476500"/>
          </a:xfrm>
          <a:prstGeom prst="roundRect">
            <a:avLst>
              <a:gd name="adj" fmla="val 4615"/>
            </a:avLst>
          </a:prstGeom>
          <a:solidFill>
            <a:srgbClr val="38304F"/>
          </a:solidFill>
          <a:ln/>
        </p:spPr>
      </p:sp>
      <p:sp>
        <p:nvSpPr>
          <p:cNvPr id="11" name="Text 8"/>
          <p:cNvSpPr/>
          <p:nvPr/>
        </p:nvSpPr>
        <p:spPr>
          <a:xfrm>
            <a:off x="6667500" y="4000500"/>
            <a:ext cx="4667250" cy="809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-7" kern="0">
                <a:solidFill>
                  <a:srgbClr val="C8BDEE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Giới</a:t>
            </a:r>
            <a:r>
              <a:rPr lang="en-US" sz="2550" b="1" dirty="0" spc="-1" kern="0">
                <a:solidFill>
                  <a:srgbClr val="C8BDEE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hạn</a:t>
            </a:r>
            <a:endParaRPr lang="en-US" sz="2550" dirty="0"/>
          </a:p>
        </p:txBody>
      </p:sp>
      <p:sp>
        <p:nvSpPr>
          <p:cNvPr id="12" name="Text 9"/>
          <p:cNvSpPr/>
          <p:nvPr/>
        </p:nvSpPr>
        <p:spPr>
          <a:xfrm>
            <a:off x="6667500" y="5048250"/>
            <a:ext cx="466725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8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Chưa</a:t>
            </a:r>
            <a:r>
              <a:rPr lang="en-US" sz="255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cô lập</a:t>
            </a:r>
            <a:r>
              <a:rPr lang="en-US" sz="2550" dirty="0" spc="-1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tác</a:t>
            </a:r>
            <a:r>
              <a:rPr lang="en-US" sz="2550" dirty="0" spc="1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động</a:t>
            </a:r>
            <a:r>
              <a:rPr lang="en-US" sz="2550" dirty="0" spc="8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riêng.</a:t>
            </a:r>
            <a:endParaRPr lang="en-US" sz="2550" dirty="0"/>
          </a:p>
        </p:txBody>
      </p:sp>
      <p:sp>
        <p:nvSpPr>
          <p:cNvPr id="13" name="Text 10"/>
          <p:cNvSpPr/>
          <p:nvPr/>
        </p:nvSpPr>
        <p:spPr>
          <a:xfrm>
            <a:off x="12001500" y="2714625"/>
            <a:ext cx="1047750" cy="809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b="1" dirty="0" spc="-15" kern="0">
                <a:solidFill>
                  <a:srgbClr val="C8BDEE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03</a:t>
            </a:r>
            <a:endParaRPr lang="en-US" sz="4800" dirty="0"/>
          </a:p>
        </p:txBody>
      </p:sp>
      <p:sp>
        <p:nvSpPr>
          <p:cNvPr id="14" name="Shape 11"/>
          <p:cNvSpPr/>
          <p:nvPr/>
        </p:nvSpPr>
        <p:spPr>
          <a:xfrm>
            <a:off x="12001500" y="3762375"/>
            <a:ext cx="5238750" cy="2476500"/>
          </a:xfrm>
          <a:prstGeom prst="roundRect">
            <a:avLst>
              <a:gd name="adj" fmla="val 4615"/>
            </a:avLst>
          </a:prstGeom>
          <a:solidFill>
            <a:srgbClr val="38304F"/>
          </a:solidFill>
          <a:ln/>
        </p:spPr>
      </p:sp>
      <p:sp>
        <p:nvSpPr>
          <p:cNvPr id="15" name="Text 12"/>
          <p:cNvSpPr/>
          <p:nvPr/>
        </p:nvSpPr>
        <p:spPr>
          <a:xfrm>
            <a:off x="12287250" y="4000500"/>
            <a:ext cx="4667250" cy="809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-1" kern="0">
                <a:solidFill>
                  <a:srgbClr val="C8BDEE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Không</a:t>
            </a:r>
            <a:r>
              <a:rPr lang="en-US" sz="2550" b="1" dirty="0" spc="-14" kern="0">
                <a:solidFill>
                  <a:srgbClr val="C8BDEE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ngoại</a:t>
            </a:r>
            <a:r>
              <a:rPr lang="en-US" sz="2550" b="1" dirty="0" spc="-1" kern="0">
                <a:solidFill>
                  <a:srgbClr val="C8BDEE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suy</a:t>
            </a:r>
            <a:endParaRPr lang="en-US" sz="2550" dirty="0"/>
          </a:p>
        </p:txBody>
      </p:sp>
      <p:sp>
        <p:nvSpPr>
          <p:cNvPr id="16" name="Text 13"/>
          <p:cNvSpPr/>
          <p:nvPr/>
        </p:nvSpPr>
        <p:spPr>
          <a:xfrm>
            <a:off x="12287250" y="5048250"/>
            <a:ext cx="466725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6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Outcome</a:t>
            </a:r>
            <a:r>
              <a:rPr lang="en-US" sz="255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550" dirty="0" spc="-18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xác</a:t>
            </a:r>
            <a:r>
              <a:rPr lang="en-US" sz="2550" dirty="0" spc="-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</a:t>
            </a:r>
            <a:r>
              <a:rPr lang="en-US" sz="255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cơ chế.</a:t>
            </a:r>
            <a:endParaRPr lang="en-US" sz="2550" dirty="0"/>
          </a:p>
        </p:txBody>
      </p:sp>
      <p:sp>
        <p:nvSpPr>
          <p:cNvPr id="17" name="Text 14"/>
          <p:cNvSpPr/>
          <p:nvPr/>
        </p:nvSpPr>
        <p:spPr>
          <a:xfrm>
            <a:off x="857250" y="7048500"/>
            <a:ext cx="16383000" cy="209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Điều</a:t>
            </a:r>
            <a:r>
              <a:rPr lang="en-US" sz="2550" dirty="0" spc="14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trị</a:t>
            </a:r>
            <a:r>
              <a:rPr lang="en-US" sz="255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diễn</a:t>
            </a:r>
            <a:r>
              <a:rPr lang="en-US" sz="2550" dirty="0" spc="-35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</a:t>
            </a:r>
            <a:r>
              <a:rPr lang="en-US" sz="2550" dirty="0" spc="-16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550" dirty="0" spc="1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đời</a:t>
            </a:r>
            <a:r>
              <a:rPr lang="en-US" sz="2550" dirty="0" spc="-6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sống</a:t>
            </a:r>
            <a:r>
              <a:rPr lang="en-US" sz="2550" dirty="0" spc="7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thực</a:t>
            </a:r>
            <a:r>
              <a:rPr lang="en-US" sz="255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55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r>
              <a:rPr lang="en-US" sz="2550" dirty="0" spc="14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đem</a:t>
            </a:r>
            <a:r>
              <a:rPr lang="en-US" sz="255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r>
              <a:rPr lang="en-US" sz="2550" dirty="0" spc="-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55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550" dirty="0" spc="1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đáng</a:t>
            </a:r>
            <a:r>
              <a:rPr lang="en-US" sz="255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quan</a:t>
            </a:r>
            <a:r>
              <a:rPr lang="en-US" sz="2550" dirty="0" spc="-9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tâm,</a:t>
            </a:r>
            <a:r>
              <a:rPr lang="en-US" sz="2550" dirty="0" spc="1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đồng</a:t>
            </a:r>
            <a:r>
              <a:rPr lang="en-US" sz="255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thời khó cô lập</a:t>
            </a:r>
            <a:r>
              <a:rPr lang="en-US" sz="2550" dirty="0" spc="2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từng</a:t>
            </a:r>
            <a:r>
              <a:rPr lang="en-US" sz="255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2550" dirty="0" spc="-7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thay</a:t>
            </a:r>
            <a:r>
              <a:rPr lang="en-US" sz="2550" dirty="0" spc="1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đổi.</a:t>
            </a:r>
            <a:r>
              <a:rPr lang="en-US" sz="2550" dirty="0" spc="44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Vì</a:t>
            </a:r>
            <a:r>
              <a:rPr lang="en-US" sz="2550" dirty="0" spc="-2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vậy,</a:t>
            </a:r>
            <a:r>
              <a:rPr lang="en-US" sz="2550" dirty="0" spc="6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“chưa</a:t>
            </a:r>
            <a:r>
              <a:rPr lang="en-US" sz="2550" dirty="0" spc="-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đủ</a:t>
            </a:r>
            <a:r>
              <a:rPr lang="en-US" sz="2550" dirty="0" spc="-33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255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luận</a:t>
            </a:r>
            <a:r>
              <a:rPr lang="en-US" sz="2550" dirty="0" spc="-1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nguyên</a:t>
            </a:r>
            <a:r>
              <a:rPr lang="en-US" sz="255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nhân” không</a:t>
            </a:r>
            <a:r>
              <a:rPr lang="en-US" sz="255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55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nghĩa</a:t>
            </a:r>
            <a:r>
              <a:rPr lang="en-US" sz="255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“không</a:t>
            </a:r>
            <a:r>
              <a:rPr lang="en-US" sz="255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ai</a:t>
            </a:r>
            <a:r>
              <a:rPr lang="en-US" sz="2550" dirty="0" spc="6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55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lợi”.</a:t>
            </a:r>
            <a:r>
              <a:rPr lang="en-US" sz="255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Cách</a:t>
            </a:r>
            <a:r>
              <a:rPr lang="en-US" sz="2550" dirty="0" spc="1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255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cân</a:t>
            </a:r>
            <a:r>
              <a:rPr lang="en-US" sz="2550" dirty="0" spc="-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bằng</a:t>
            </a:r>
            <a:r>
              <a:rPr lang="en-US" sz="2550" dirty="0" spc="-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</a:t>
            </a:r>
            <a:r>
              <a:rPr lang="en-US" sz="2550" dirty="0" spc="-33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2550" dirty="0" spc="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quả</a:t>
            </a:r>
            <a:r>
              <a:rPr lang="en-US" sz="2550" dirty="0" spc="6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550" dirty="0" spc="-3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báo</a:t>
            </a:r>
            <a:r>
              <a:rPr lang="en-US" sz="255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cáo</a:t>
            </a:r>
            <a:r>
              <a:rPr lang="en-US" sz="2550" dirty="0" spc="-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cùng</a:t>
            </a:r>
            <a:r>
              <a:rPr lang="en-US" sz="2550" dirty="0" spc="16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những</a:t>
            </a:r>
            <a:r>
              <a:rPr lang="en-US" sz="2550" dirty="0" spc="2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điều</a:t>
            </a:r>
            <a:r>
              <a:rPr lang="en-US" sz="2550" dirty="0" spc="-3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thiết</a:t>
            </a:r>
            <a:r>
              <a:rPr lang="en-US" sz="2550" dirty="0" spc="-37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</a:t>
            </a:r>
            <a:r>
              <a:rPr lang="en-US" sz="2550" dirty="0" spc="6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</a:t>
            </a:r>
            <a:r>
              <a:rPr lang="en-US" sz="255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phân</a:t>
            </a:r>
            <a:r>
              <a:rPr lang="en-US" sz="2550" dirty="0" spc="-4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biệt</a:t>
            </a:r>
            <a:r>
              <a:rPr lang="en-US" sz="2550" dirty="0" spc="6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được.</a:t>
            </a:r>
            <a:r>
              <a:rPr lang="en-US" sz="2550" dirty="0" spc="-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2550" dirty="0" spc="-1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chuyển</a:t>
            </a:r>
            <a:r>
              <a:rPr lang="en-US" sz="2550" dirty="0" spc="-6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sang</a:t>
            </a:r>
            <a:r>
              <a:rPr lang="en-US" sz="2550" dirty="0" spc="-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</a:t>
            </a:r>
            <a:r>
              <a:rPr lang="en-US" sz="2550" dirty="0" spc="-19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về</a:t>
            </a:r>
            <a:r>
              <a:rPr lang="en-US" sz="2550" dirty="0" spc="-15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archetypes</a:t>
            </a:r>
            <a:r>
              <a:rPr lang="en-US" sz="2550" dirty="0" spc="-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hoặc</a:t>
            </a:r>
            <a:r>
              <a:rPr lang="en-US" sz="2550" dirty="0" spc="-13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synchronicity,</a:t>
            </a:r>
            <a:r>
              <a:rPr lang="en-US" sz="2550" dirty="0" spc="-15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ta</a:t>
            </a:r>
            <a:r>
              <a:rPr lang="en-US" sz="255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còn cần phép</a:t>
            </a:r>
            <a:r>
              <a:rPr lang="en-US" sz="2550" dirty="0" spc="17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</a:t>
            </a:r>
            <a:r>
              <a:rPr lang="en-US" sz="255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cơ chế khác,</a:t>
            </a:r>
            <a:r>
              <a:rPr lang="en-US" sz="255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55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550" dirty="0" spc="-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bảng</a:t>
            </a:r>
            <a:r>
              <a:rPr lang="en-US" sz="2550" dirty="0" spc="2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điểm</a:t>
            </a:r>
            <a:r>
              <a:rPr lang="en-US" sz="2550" dirty="0" spc="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trước–sau.</a:t>
            </a:r>
            <a:endParaRPr lang="en-US" sz="2550" dirty="0"/>
          </a:p>
        </p:txBody>
      </p:sp>
      <p:sp>
        <p:nvSpPr>
          <p:cNvPr id="18" name="Text 15"/>
          <p:cNvSpPr/>
          <p:nvPr/>
        </p:nvSpPr>
        <p:spPr>
          <a:xfrm>
            <a:off x="762000" y="9525000"/>
            <a:ext cx="16383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25" dirty="0" spc="3" kern="0">
                <a:solidFill>
                  <a:srgbClr val="C8BDE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[S8]</a:t>
            </a:r>
            <a:r>
              <a:rPr lang="en-US" sz="1725" dirty="0" spc="-26" kern="0">
                <a:solidFill>
                  <a:srgbClr val="C8BDE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1725" dirty="0" spc="-10" kern="0">
                <a:solidFill>
                  <a:srgbClr val="C8BDE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quả/giới</a:t>
            </a:r>
            <a:r>
              <a:rPr lang="en-US" sz="1725" dirty="0" spc="1" kern="0">
                <a:solidFill>
                  <a:srgbClr val="C8BDE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r>
              <a:rPr lang="en-US" sz="1725" dirty="0" spc="-1" kern="0">
                <a:solidFill>
                  <a:srgbClr val="C8BDE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725" dirty="0" spc="1" kern="0">
                <a:solidFill>
                  <a:srgbClr val="C8BDE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J01</a:t>
            </a:r>
            <a:r>
              <a:rPr lang="en-US" sz="1725" dirty="0" spc="-1" kern="0">
                <a:solidFill>
                  <a:srgbClr val="C8BDE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</a:t>
            </a:r>
            <a:endParaRPr lang="en-US" sz="1725" dirty="0"/>
          </a:p>
        </p:txBody>
      </p:sp>
      <p:sp>
        <p:nvSpPr>
          <p:cNvPr id="19" name="Text 16"/>
          <p:cNvSpPr/>
          <p:nvPr/>
        </p:nvSpPr>
        <p:spPr>
          <a:xfrm>
            <a:off x="762000" y="9953625"/>
            <a:ext cx="157162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2" kern="0">
                <a:solidFill>
                  <a:srgbClr val="C8BDE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J01</a:t>
            </a:r>
            <a:r>
              <a:rPr lang="en-US" sz="1650" dirty="0" spc="0" kern="0">
                <a:solidFill>
                  <a:srgbClr val="C8BDE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" kern="0">
                <a:solidFill>
                  <a:srgbClr val="C8BDE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Visual edition</a:t>
            </a:r>
            <a:r>
              <a:rPr lang="en-US" sz="1650" dirty="0" spc="1" kern="0">
                <a:solidFill>
                  <a:srgbClr val="C8BDE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6" kern="0">
                <a:solidFill>
                  <a:srgbClr val="C8BDE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29/40</a:t>
            </a:r>
            <a:endParaRPr lang="en-US" sz="1650" dirty="0"/>
          </a:p>
        </p:txBody>
      </p:sp>
      <p:sp>
        <p:nvSpPr>
          <p:cNvPr id="20" name="Shape 17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1" name="Moda image moda-export-watermark-4423eb72-de78-475c-bcfb-dfb2de478983" descr="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76250"/>
            <a:ext cx="153352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🔬 G · KHÁI NIỆM VÀ CƠ CHẾ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762000" y="1143000"/>
            <a:ext cx="16764000" cy="1476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500" b="1" dirty="0" spc="-47" kern="0">
                <a:solidFill>
                  <a:srgbClr val="20242A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Tranh</a:t>
            </a:r>
            <a:r>
              <a:rPr lang="en-US" sz="4500" b="1" dirty="0" spc="1" kern="0">
                <a:solidFill>
                  <a:srgbClr val="20242A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luận</a:t>
            </a:r>
            <a:r>
              <a:rPr lang="en-US" sz="4500" b="1" dirty="0" spc="2" kern="0">
                <a:solidFill>
                  <a:srgbClr val="20242A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nguyên</a:t>
            </a:r>
            <a:r>
              <a:rPr lang="en-US" sz="4500" b="1" dirty="0" spc="1" kern="0">
                <a:solidFill>
                  <a:srgbClr val="20242A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mẫu:</a:t>
            </a:r>
            <a:r>
              <a:rPr lang="en-US" sz="4500" b="1" dirty="0" spc="-5" kern="0">
                <a:solidFill>
                  <a:srgbClr val="20242A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bắt</a:t>
            </a:r>
            <a:r>
              <a:rPr lang="en-US" sz="4500" b="1" dirty="0" spc="8" kern="0">
                <a:solidFill>
                  <a:srgbClr val="20242A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đầu</a:t>
            </a:r>
            <a:r>
              <a:rPr lang="en-US" sz="4500" b="1" dirty="0" spc="0" kern="0">
                <a:solidFill>
                  <a:srgbClr val="20242A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từ</a:t>
            </a:r>
            <a:r>
              <a:rPr lang="en-US" sz="4500" b="1" dirty="0" spc="13" kern="0">
                <a:solidFill>
                  <a:srgbClr val="20242A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định</a:t>
            </a:r>
            <a:r>
              <a:rPr lang="en-US" sz="4500" b="1" dirty="0" spc="1" kern="0">
                <a:solidFill>
                  <a:srgbClr val="20242A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nghĩa</a:t>
            </a:r>
            <a:endParaRPr lang="en-US" sz="4500" dirty="0"/>
          </a:p>
        </p:txBody>
      </p:sp>
      <p:pic>
        <p:nvPicPr>
          <p:cNvPr id="4" name="Moda flattened rect-1792822598826-475086689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602075" y="409575"/>
            <a:ext cx="590550" cy="59055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62000" y="2857500"/>
            <a:ext cx="16478250" cy="3476625"/>
          </a:xfrm>
          <a:prstGeom prst="roundRect">
            <a:avLst>
              <a:gd name="adj" fmla="val 3288"/>
            </a:avLst>
          </a:prstGeom>
          <a:solidFill>
            <a:srgbClr val="EDE8F5"/>
          </a:solidFill>
          <a:ln/>
        </p:spPr>
      </p:sp>
      <p:sp>
        <p:nvSpPr>
          <p:cNvPr id="6" name="Text 3"/>
          <p:cNvSpPr/>
          <p:nvPr/>
        </p:nvSpPr>
        <p:spPr>
          <a:xfrm>
            <a:off x="1047750" y="3190875"/>
            <a:ext cx="381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-4" kern="0">
                <a:solidFill>
                  <a:srgbClr val="493C89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Ý</a:t>
            </a:r>
            <a:r>
              <a:rPr lang="en-US" sz="2700" b="1" dirty="0" spc="4" kern="0">
                <a:solidFill>
                  <a:srgbClr val="493C89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nghĩa</a:t>
            </a:r>
            <a:endParaRPr lang="en-US" sz="2700" dirty="0"/>
          </a:p>
        </p:txBody>
      </p:sp>
      <p:sp>
        <p:nvSpPr>
          <p:cNvPr id="7" name="Text 4"/>
          <p:cNvSpPr/>
          <p:nvPr/>
        </p:nvSpPr>
        <p:spPr>
          <a:xfrm>
            <a:off x="5524500" y="3190875"/>
            <a:ext cx="11239500" cy="809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25" dirty="0" spc="8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Người</a:t>
            </a:r>
            <a:r>
              <a:rPr lang="en-US" sz="2625" dirty="0" spc="-4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kể</a:t>
            </a:r>
            <a:r>
              <a:rPr lang="en-US" sz="2625" dirty="0" spc="2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hiểu</a:t>
            </a:r>
            <a:r>
              <a:rPr lang="en-US" sz="2625" dirty="0" spc="4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2625" dirty="0" spc="3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ảnh</a:t>
            </a:r>
            <a:r>
              <a:rPr lang="en-US" sz="2625" dirty="0" spc="2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thế nào?</a:t>
            </a:r>
            <a:endParaRPr lang="en-US" sz="2625" dirty="0"/>
          </a:p>
        </p:txBody>
      </p:sp>
      <p:sp>
        <p:nvSpPr>
          <p:cNvPr id="8" name="Connector line-1792822598829-50051828"/>
          <p:cNvSpPr/>
          <p:nvPr/>
        </p:nvSpPr>
        <p:spPr>
          <a:xfrm>
            <a:off x="1047750" y="4048125"/>
            <a:ext cx="15906750" cy="0"/>
          </a:xfrm>
          <a:prstGeom prst="line">
            <a:avLst/>
          </a:prstGeom>
          <a:noFill/>
          <a:ln w="28575">
            <a:solidFill>
              <a:srgbClr val="493C89"/>
            </a:solidFill>
            <a:prstDash val="solid"/>
            <a:headEnd type="none"/>
            <a:tailEnd type="none"/>
          </a:ln>
        </p:spPr>
      </p:sp>
      <p:sp>
        <p:nvSpPr>
          <p:cNvPr id="9" name="Text 6"/>
          <p:cNvSpPr/>
          <p:nvPr/>
        </p:nvSpPr>
        <p:spPr>
          <a:xfrm>
            <a:off x="1047750" y="4286250"/>
            <a:ext cx="381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-3" kern="0">
                <a:solidFill>
                  <a:srgbClr val="493C89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Mô</a:t>
            </a:r>
            <a:r>
              <a:rPr lang="en-US" sz="2700" b="1" dirty="0" spc="3" kern="0">
                <a:solidFill>
                  <a:srgbClr val="493C89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típ</a:t>
            </a:r>
            <a:endParaRPr lang="en-US" sz="2700" dirty="0"/>
          </a:p>
        </p:txBody>
      </p:sp>
      <p:sp>
        <p:nvSpPr>
          <p:cNvPr id="10" name="Text 7"/>
          <p:cNvSpPr/>
          <p:nvPr/>
        </p:nvSpPr>
        <p:spPr>
          <a:xfrm>
            <a:off x="5524500" y="4286250"/>
            <a:ext cx="11239500" cy="809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25" dirty="0" spc="-2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Các</a:t>
            </a:r>
            <a:r>
              <a:rPr lang="en-US" sz="2625" dirty="0" spc="-9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chất</a:t>
            </a:r>
            <a:r>
              <a:rPr lang="en-US" sz="2625" dirty="0" spc="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625" dirty="0" spc="2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giống nhau ở</a:t>
            </a:r>
            <a:r>
              <a:rPr lang="en-US" sz="2625" dirty="0" spc="12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đâu?</a:t>
            </a:r>
            <a:endParaRPr lang="en-US" sz="2625" dirty="0"/>
          </a:p>
        </p:txBody>
      </p:sp>
      <p:sp>
        <p:nvSpPr>
          <p:cNvPr id="11" name="Connector line-1792822598831-693730505"/>
          <p:cNvSpPr/>
          <p:nvPr/>
        </p:nvSpPr>
        <p:spPr>
          <a:xfrm>
            <a:off x="1047750" y="5143500"/>
            <a:ext cx="15906750" cy="0"/>
          </a:xfrm>
          <a:prstGeom prst="line">
            <a:avLst/>
          </a:prstGeom>
          <a:noFill/>
          <a:ln w="28575">
            <a:solidFill>
              <a:srgbClr val="493C89"/>
            </a:solidFill>
            <a:prstDash val="solid"/>
            <a:headEnd type="none"/>
            <a:tailEnd type="none"/>
          </a:ln>
        </p:spPr>
      </p:sp>
      <p:sp>
        <p:nvSpPr>
          <p:cNvPr id="12" name="Text 9"/>
          <p:cNvSpPr/>
          <p:nvPr/>
        </p:nvSpPr>
        <p:spPr>
          <a:xfrm>
            <a:off x="1047750" y="5381625"/>
            <a:ext cx="381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2" kern="0">
                <a:solidFill>
                  <a:srgbClr val="493C89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Nguồn</a:t>
            </a:r>
            <a:r>
              <a:rPr lang="en-US" sz="2700" b="1" dirty="0" spc="-14" kern="0">
                <a:solidFill>
                  <a:srgbClr val="493C89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gốc</a:t>
            </a:r>
            <a:endParaRPr lang="en-US" sz="2700" dirty="0"/>
          </a:p>
        </p:txBody>
      </p:sp>
      <p:sp>
        <p:nvSpPr>
          <p:cNvPr id="13" name="Text 10"/>
          <p:cNvSpPr/>
          <p:nvPr/>
        </p:nvSpPr>
        <p:spPr>
          <a:xfrm>
            <a:off x="5524500" y="5381625"/>
            <a:ext cx="11239500" cy="809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25" dirty="0" spc="-3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Cơ</a:t>
            </a:r>
            <a:r>
              <a:rPr lang="en-US" sz="2625" dirty="0" spc="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chế</a:t>
            </a:r>
            <a:r>
              <a:rPr lang="en-US" sz="2625" dirty="0" spc="2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</a:t>
            </a:r>
            <a:r>
              <a:rPr lang="en-US" sz="2625" dirty="0" spc="-13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tạo</a:t>
            </a:r>
            <a:r>
              <a:rPr lang="en-US" sz="2625" dirty="0" spc="-33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</a:t>
            </a:r>
            <a:r>
              <a:rPr lang="en-US" sz="2625" dirty="0" spc="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sự</a:t>
            </a:r>
            <a:r>
              <a:rPr lang="en-US" sz="2625" dirty="0" spc="2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giống nhau?</a:t>
            </a:r>
            <a:endParaRPr lang="en-US" sz="2625" dirty="0"/>
          </a:p>
        </p:txBody>
      </p:sp>
      <p:sp>
        <p:nvSpPr>
          <p:cNvPr id="14" name="Text 11"/>
          <p:cNvSpPr/>
          <p:nvPr/>
        </p:nvSpPr>
        <p:spPr>
          <a:xfrm>
            <a:off x="857250" y="7048500"/>
            <a:ext cx="16383000" cy="209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4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Ý</a:t>
            </a:r>
            <a:r>
              <a:rPr lang="en-US" sz="2550" dirty="0" spc="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nghĩa</a:t>
            </a:r>
            <a:r>
              <a:rPr lang="en-US" sz="2550" dirty="0" spc="-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r>
              <a:rPr lang="en-US" sz="2550" dirty="0" spc="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quan</a:t>
            </a:r>
            <a:r>
              <a:rPr lang="en-US" sz="2550" dirty="0" spc="-2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550" dirty="0" spc="-5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550" dirty="0" spc="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2550" dirty="0" spc="-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ảnh,</a:t>
            </a:r>
            <a:r>
              <a:rPr lang="en-US" sz="2550" dirty="0" spc="-3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sự</a:t>
            </a:r>
            <a:r>
              <a:rPr lang="en-US" sz="2550" dirty="0" spc="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lặp lại</a:t>
            </a:r>
            <a:r>
              <a:rPr lang="en-US" sz="2550" dirty="0" spc="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mô típ</a:t>
            </a:r>
            <a:r>
              <a:rPr lang="en-US" sz="2550" dirty="0" spc="-16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550" dirty="0" spc="-15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văn</a:t>
            </a:r>
            <a:r>
              <a:rPr lang="en-US" sz="2550" dirty="0" spc="-3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hóa</a:t>
            </a:r>
            <a:r>
              <a:rPr lang="en-US" sz="2550" dirty="0" spc="-19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dirty="0" spc="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cơ chế phổ</a:t>
            </a:r>
            <a:r>
              <a:rPr lang="en-US" sz="2550" dirty="0" spc="-8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quát</a:t>
            </a:r>
            <a:r>
              <a:rPr lang="en-US" sz="2550" dirty="0" spc="-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550" dirty="0" spc="-3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loài</a:t>
            </a:r>
            <a:r>
              <a:rPr lang="en-US" sz="2550" dirty="0" spc="5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550" dirty="0" spc="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 các</a:t>
            </a:r>
            <a:r>
              <a:rPr lang="en-US" sz="2550" dirty="0" spc="2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câu</a:t>
            </a:r>
            <a:r>
              <a:rPr lang="en-US" sz="2550" dirty="0" spc="-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</a:t>
            </a:r>
            <a:r>
              <a:rPr lang="en-US" sz="2550" dirty="0" spc="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 nhau.</a:t>
            </a:r>
            <a:r>
              <a:rPr lang="en-US" sz="2550" dirty="0" spc="-26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Trước</a:t>
            </a:r>
            <a:r>
              <a:rPr lang="en-US" sz="2550" dirty="0" spc="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2550" dirty="0" spc="-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nói</a:t>
            </a:r>
            <a:r>
              <a:rPr lang="en-US" sz="2550" dirty="0" spc="-5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550" dirty="0" spc="-9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phát</a:t>
            </a:r>
            <a:r>
              <a:rPr lang="en-US" sz="2550" dirty="0" spc="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hiện</a:t>
            </a:r>
            <a:r>
              <a:rPr lang="en-US" sz="2550" dirty="0" spc="14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“chứng</a:t>
            </a:r>
            <a:r>
              <a:rPr lang="en-US" sz="2550" dirty="0" spc="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minh</a:t>
            </a:r>
            <a:r>
              <a:rPr lang="en-US" sz="2550" dirty="0" spc="-14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archetype”,</a:t>
            </a:r>
            <a:r>
              <a:rPr lang="en-US" sz="2550" dirty="0" spc="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r>
              <a:rPr lang="en-US" sz="2550" dirty="0" spc="-19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xác</a:t>
            </a:r>
            <a:r>
              <a:rPr lang="en-US" sz="2550" dirty="0" spc="2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r>
              <a:rPr lang="en-US" sz="2550" dirty="0" spc="-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2550" dirty="0" spc="-1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này</a:t>
            </a:r>
            <a:r>
              <a:rPr lang="en-US" sz="2550" dirty="0" spc="1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đang</a:t>
            </a:r>
            <a:r>
              <a:rPr lang="en-US" sz="2550" dirty="0" spc="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550" dirty="0" spc="22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điều</a:t>
            </a:r>
            <a:r>
              <a:rPr lang="en-US" sz="2550" dirty="0" spc="2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gì</a:t>
            </a:r>
            <a:r>
              <a:rPr lang="en-US" sz="2550" dirty="0" spc="-19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dirty="0" spc="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phép</a:t>
            </a:r>
            <a:r>
              <a:rPr lang="en-US" sz="2550" dirty="0" spc="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quan</a:t>
            </a:r>
            <a:r>
              <a:rPr lang="en-US" sz="2550" dirty="0" spc="-19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sát</a:t>
            </a:r>
            <a:r>
              <a:rPr lang="en-US" sz="2550" dirty="0" spc="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 phân</a:t>
            </a:r>
            <a:r>
              <a:rPr lang="en-US" sz="2550" dirty="0" spc="-4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biệt</a:t>
            </a:r>
            <a:r>
              <a:rPr lang="en-US" sz="2550" dirty="0" spc="6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550" dirty="0" spc="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</a:t>
            </a:r>
            <a:r>
              <a:rPr lang="en-US" sz="2550" dirty="0" spc="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giải</a:t>
            </a:r>
            <a:r>
              <a:rPr lang="en-US" sz="2550" dirty="0" spc="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thích không.</a:t>
            </a:r>
            <a:r>
              <a:rPr lang="en-US" sz="2550" dirty="0" spc="-4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2550" dirty="0" spc="-6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550" dirty="0" spc="-17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tranh</a:t>
            </a:r>
            <a:r>
              <a:rPr lang="en-US" sz="2550" dirty="0" spc="2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luận</a:t>
            </a:r>
            <a:r>
              <a:rPr lang="en-US" sz="2550" dirty="0" spc="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khái niệm</a:t>
            </a:r>
            <a:r>
              <a:rPr lang="en-US" sz="2550" dirty="0" spc="-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giúp</a:t>
            </a:r>
            <a:r>
              <a:rPr lang="en-US" sz="2550" dirty="0" spc="-7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thấy</a:t>
            </a:r>
            <a:r>
              <a:rPr lang="en-US" sz="2550" dirty="0" spc="-14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vấn</a:t>
            </a:r>
            <a:r>
              <a:rPr lang="en-US" sz="2550" dirty="0" spc="13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đề,</a:t>
            </a:r>
            <a:r>
              <a:rPr lang="en-US" sz="2550" dirty="0" spc="15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nhưng</a:t>
            </a:r>
            <a:r>
              <a:rPr lang="en-US" sz="2550" dirty="0" spc="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550" dirty="0" spc="-8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thay</a:t>
            </a:r>
            <a:r>
              <a:rPr lang="en-US" sz="2550" dirty="0" spc="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550" dirty="0" spc="-5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550" dirty="0" spc="4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chương</a:t>
            </a:r>
            <a:r>
              <a:rPr lang="en-US" sz="2550" dirty="0" spc="9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</a:t>
            </a:r>
            <a:r>
              <a:rPr lang="en-US" sz="2550" dirty="0" spc="8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thực</a:t>
            </a:r>
            <a:r>
              <a:rPr lang="en-US" sz="2550" dirty="0" spc="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nghiệm</a:t>
            </a:r>
            <a:r>
              <a:rPr lang="en-US" sz="2550" dirty="0" spc="4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đầy</a:t>
            </a:r>
            <a:r>
              <a:rPr lang="en-US" sz="2550" dirty="0" spc="-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đủ.</a:t>
            </a:r>
            <a:endParaRPr lang="en-US" sz="2550" dirty="0"/>
          </a:p>
        </p:txBody>
      </p:sp>
      <p:sp>
        <p:nvSpPr>
          <p:cNvPr id="15" name="Text 12"/>
          <p:cNvSpPr/>
          <p:nvPr/>
        </p:nvSpPr>
        <p:spPr>
          <a:xfrm>
            <a:off x="762000" y="9525000"/>
            <a:ext cx="16383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25" dirty="0" spc="1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[S7]</a:t>
            </a:r>
            <a:r>
              <a:rPr lang="en-US" sz="1725" dirty="0" spc="-12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tranh</a:t>
            </a:r>
            <a:r>
              <a:rPr lang="en-US" sz="1725" dirty="0" spc="1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luận khái niệm</a:t>
            </a:r>
            <a:r>
              <a:rPr lang="en-US" sz="1725" dirty="0" spc="0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725" dirty="0" spc="1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J01</a:t>
            </a:r>
            <a:r>
              <a:rPr lang="en-US" sz="1725" dirty="0" spc="-1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</a:t>
            </a:r>
            <a:endParaRPr lang="en-US" sz="1725" dirty="0"/>
          </a:p>
        </p:txBody>
      </p:sp>
      <p:sp>
        <p:nvSpPr>
          <p:cNvPr id="16" name="Text 13"/>
          <p:cNvSpPr/>
          <p:nvPr/>
        </p:nvSpPr>
        <p:spPr>
          <a:xfrm>
            <a:off x="762000" y="9953625"/>
            <a:ext cx="157162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2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J01</a:t>
            </a:r>
            <a:r>
              <a:rPr lang="en-US" sz="1650" dirty="0" spc="0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Visual edition</a:t>
            </a:r>
            <a:r>
              <a:rPr lang="en-US" sz="1650" dirty="0" spc="1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7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30/40</a:t>
            </a:r>
            <a:endParaRPr lang="en-US" sz="1650" dirty="0"/>
          </a:p>
        </p:txBody>
      </p:sp>
      <p:sp>
        <p:nvSpPr>
          <p:cNvPr id="17" name="Shape 1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8" name="Moda image moda-export-watermark-f5d269c2-5616-47c4-942b-f79a4f29e435" descr="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76250"/>
            <a:ext cx="153352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🧭 H · PRACTICAL APPLICATIONS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762000" y="1143000"/>
            <a:ext cx="16764000" cy="1476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500" b="1" dirty="0" spc="-89" kern="0">
                <a:solidFill>
                  <a:srgbClr val="20242A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Vận</a:t>
            </a:r>
            <a:r>
              <a:rPr lang="en-US" sz="4500" b="1" dirty="0" spc="4" kern="0">
                <a:solidFill>
                  <a:srgbClr val="20242A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dụng:</a:t>
            </a:r>
            <a:r>
              <a:rPr lang="en-US" sz="4500" b="1" dirty="0" spc="7" kern="0">
                <a:solidFill>
                  <a:srgbClr val="20242A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đổi</a:t>
            </a:r>
            <a:r>
              <a:rPr lang="en-US" sz="4500" b="1" dirty="0" spc="3" kern="0">
                <a:solidFill>
                  <a:srgbClr val="20242A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câu</a:t>
            </a:r>
            <a:r>
              <a:rPr lang="en-US" sz="4500" b="1" dirty="0" spc="0" kern="0">
                <a:solidFill>
                  <a:srgbClr val="20242A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hỏi,</a:t>
            </a:r>
            <a:r>
              <a:rPr lang="en-US" sz="4500" b="1" dirty="0" spc="2" kern="0">
                <a:solidFill>
                  <a:srgbClr val="20242A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không</a:t>
            </a:r>
            <a:r>
              <a:rPr lang="en-US" sz="4500" b="1" dirty="0" spc="-10" kern="0">
                <a:solidFill>
                  <a:srgbClr val="20242A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gán</a:t>
            </a:r>
            <a:r>
              <a:rPr lang="en-US" sz="4500" b="1" dirty="0" spc="1" kern="0">
                <a:solidFill>
                  <a:srgbClr val="20242A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nhãn</a:t>
            </a:r>
            <a:r>
              <a:rPr lang="en-US" sz="4500" b="1" dirty="0" spc="-35" kern="0">
                <a:solidFill>
                  <a:srgbClr val="20242A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người</a:t>
            </a:r>
            <a:endParaRPr lang="en-US" sz="4500" dirty="0"/>
          </a:p>
        </p:txBody>
      </p:sp>
      <p:pic>
        <p:nvPicPr>
          <p:cNvPr id="4" name="Moda flattened rect-1792822601767-645156598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602075" y="409575"/>
            <a:ext cx="590550" cy="59055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62000" y="3048000"/>
            <a:ext cx="5238750" cy="3143250"/>
          </a:xfrm>
          <a:prstGeom prst="roundRect">
            <a:avLst>
              <a:gd name="adj" fmla="val 3636"/>
            </a:avLst>
          </a:prstGeom>
          <a:solidFill>
            <a:srgbClr val="EDE8F5"/>
          </a:solidFill>
          <a:ln/>
        </p:spPr>
      </p:sp>
      <p:sp>
        <p:nvSpPr>
          <p:cNvPr id="6" name="Text 3"/>
          <p:cNvSpPr/>
          <p:nvPr/>
        </p:nvSpPr>
        <p:spPr>
          <a:xfrm>
            <a:off x="990600" y="3238500"/>
            <a:ext cx="85725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 spc="-9" kern="0">
                <a:solidFill>
                  <a:srgbClr val="493C89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01</a:t>
            </a:r>
            <a:endParaRPr lang="en-US" sz="2850" dirty="0"/>
          </a:p>
        </p:txBody>
      </p:sp>
      <p:sp>
        <p:nvSpPr>
          <p:cNvPr id="7" name="Text 4"/>
          <p:cNvSpPr/>
          <p:nvPr/>
        </p:nvSpPr>
        <p:spPr>
          <a:xfrm>
            <a:off x="1857375" y="3295650"/>
            <a:ext cx="3857625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75" b="1" dirty="0" spc="-4" kern="0">
                <a:solidFill>
                  <a:srgbClr val="493C89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Đọc</a:t>
            </a:r>
            <a:endParaRPr lang="en-US" sz="2475" dirty="0"/>
          </a:p>
        </p:txBody>
      </p:sp>
      <p:sp>
        <p:nvSpPr>
          <p:cNvPr id="8" name="Text 5"/>
          <p:cNvSpPr/>
          <p:nvPr/>
        </p:nvSpPr>
        <p:spPr>
          <a:xfrm>
            <a:off x="1047750" y="4238625"/>
            <a:ext cx="4667250" cy="1857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75" dirty="0" spc="2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</a:t>
            </a:r>
            <a:r>
              <a:rPr lang="en-US" sz="2475" dirty="0" spc="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nói</a:t>
            </a:r>
            <a:r>
              <a:rPr lang="en-US" sz="2475" dirty="0" spc="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gì?</a:t>
            </a:r>
            <a:endParaRPr lang="en-US" sz="2475" dirty="0"/>
          </a:p>
        </p:txBody>
      </p:sp>
      <p:sp>
        <p:nvSpPr>
          <p:cNvPr id="9" name="Connector line-1792822601770-545265621"/>
          <p:cNvSpPr/>
          <p:nvPr/>
        </p:nvSpPr>
        <p:spPr>
          <a:xfrm>
            <a:off x="6000750" y="4619625"/>
            <a:ext cx="381000" cy="0"/>
          </a:xfrm>
          <a:prstGeom prst="line">
            <a:avLst/>
          </a:prstGeom>
          <a:noFill/>
          <a:ln w="28575">
            <a:solidFill>
              <a:srgbClr val="493C89"/>
            </a:solidFill>
            <a:prstDash val="solid"/>
            <a:headEnd type="none"/>
            <a:tailEnd type="triangle" w="lg" len="lg"/>
          </a:ln>
        </p:spPr>
      </p:sp>
      <p:sp>
        <p:nvSpPr>
          <p:cNvPr id="10" name="Shape 7"/>
          <p:cNvSpPr/>
          <p:nvPr/>
        </p:nvSpPr>
        <p:spPr>
          <a:xfrm>
            <a:off x="6381750" y="3048000"/>
            <a:ext cx="5238750" cy="3143250"/>
          </a:xfrm>
          <a:prstGeom prst="roundRect">
            <a:avLst>
              <a:gd name="adj" fmla="val 3636"/>
            </a:avLst>
          </a:prstGeom>
          <a:solidFill>
            <a:srgbClr val="EDE8F5"/>
          </a:solidFill>
          <a:ln/>
        </p:spPr>
      </p:sp>
      <p:sp>
        <p:nvSpPr>
          <p:cNvPr id="11" name="Text 8"/>
          <p:cNvSpPr/>
          <p:nvPr/>
        </p:nvSpPr>
        <p:spPr>
          <a:xfrm>
            <a:off x="6610350" y="3238500"/>
            <a:ext cx="85725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 spc="-3" kern="0">
                <a:solidFill>
                  <a:srgbClr val="493C89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02</a:t>
            </a:r>
            <a:endParaRPr lang="en-US" sz="2850" dirty="0"/>
          </a:p>
        </p:txBody>
      </p:sp>
      <p:sp>
        <p:nvSpPr>
          <p:cNvPr id="12" name="Text 9"/>
          <p:cNvSpPr/>
          <p:nvPr/>
        </p:nvSpPr>
        <p:spPr>
          <a:xfrm>
            <a:off x="7477125" y="3295650"/>
            <a:ext cx="3857625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75" b="1" dirty="0" spc="-3" kern="0">
                <a:solidFill>
                  <a:srgbClr val="493C89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Đối thoại</a:t>
            </a:r>
            <a:endParaRPr lang="en-US" sz="2475" dirty="0"/>
          </a:p>
        </p:txBody>
      </p:sp>
      <p:sp>
        <p:nvSpPr>
          <p:cNvPr id="13" name="Text 10"/>
          <p:cNvSpPr/>
          <p:nvPr/>
        </p:nvSpPr>
        <p:spPr>
          <a:xfrm>
            <a:off x="6667500" y="4238625"/>
            <a:ext cx="4667250" cy="1857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75" dirty="0" spc="-14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Bất</a:t>
            </a:r>
            <a:r>
              <a:rPr lang="en-US" sz="2475" dirty="0" spc="1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đồng</a:t>
            </a:r>
            <a:r>
              <a:rPr lang="en-US" sz="2475" dirty="0" spc="-3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475" dirty="0" spc="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cấp</a:t>
            </a:r>
            <a:r>
              <a:rPr lang="en-US" sz="2475" dirty="0" spc="2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nào?</a:t>
            </a:r>
            <a:endParaRPr lang="en-US" sz="2475" dirty="0"/>
          </a:p>
        </p:txBody>
      </p:sp>
      <p:sp>
        <p:nvSpPr>
          <p:cNvPr id="14" name="Connector line-1792822601772-560904655"/>
          <p:cNvSpPr/>
          <p:nvPr/>
        </p:nvSpPr>
        <p:spPr>
          <a:xfrm>
            <a:off x="11620500" y="4619625"/>
            <a:ext cx="381000" cy="0"/>
          </a:xfrm>
          <a:prstGeom prst="line">
            <a:avLst/>
          </a:prstGeom>
          <a:noFill/>
          <a:ln w="28575">
            <a:solidFill>
              <a:srgbClr val="493C89"/>
            </a:solidFill>
            <a:prstDash val="solid"/>
            <a:headEnd type="none"/>
            <a:tailEnd type="triangle" w="lg" len="lg"/>
          </a:ln>
        </p:spPr>
      </p:sp>
      <p:sp>
        <p:nvSpPr>
          <p:cNvPr id="15" name="Shape 12"/>
          <p:cNvSpPr/>
          <p:nvPr/>
        </p:nvSpPr>
        <p:spPr>
          <a:xfrm>
            <a:off x="12001500" y="3048000"/>
            <a:ext cx="5238750" cy="3143250"/>
          </a:xfrm>
          <a:prstGeom prst="roundRect">
            <a:avLst>
              <a:gd name="adj" fmla="val 3636"/>
            </a:avLst>
          </a:prstGeom>
          <a:solidFill>
            <a:srgbClr val="EDE8F5"/>
          </a:solidFill>
          <a:ln/>
        </p:spPr>
      </p:sp>
      <p:sp>
        <p:nvSpPr>
          <p:cNvPr id="16" name="Text 13"/>
          <p:cNvSpPr/>
          <p:nvPr/>
        </p:nvSpPr>
        <p:spPr>
          <a:xfrm>
            <a:off x="12230100" y="3238500"/>
            <a:ext cx="85725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 spc="-5" kern="0">
                <a:solidFill>
                  <a:srgbClr val="493C89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03</a:t>
            </a:r>
            <a:endParaRPr lang="en-US" sz="2850" dirty="0"/>
          </a:p>
        </p:txBody>
      </p:sp>
      <p:sp>
        <p:nvSpPr>
          <p:cNvPr id="17" name="Text 14"/>
          <p:cNvSpPr/>
          <p:nvPr/>
        </p:nvSpPr>
        <p:spPr>
          <a:xfrm>
            <a:off x="13096875" y="3295650"/>
            <a:ext cx="3857625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75" b="1" dirty="0" spc="-35" kern="0">
                <a:solidFill>
                  <a:srgbClr val="493C89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Tự</a:t>
            </a:r>
            <a:r>
              <a:rPr lang="en-US" sz="2475" b="1" dirty="0" spc="3" kern="0">
                <a:solidFill>
                  <a:srgbClr val="493C89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phản</a:t>
            </a:r>
            <a:r>
              <a:rPr lang="en-US" sz="2475" b="1" dirty="0" spc="-1" kern="0">
                <a:solidFill>
                  <a:srgbClr val="493C89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tư</a:t>
            </a:r>
            <a:endParaRPr lang="en-US" sz="2475" dirty="0"/>
          </a:p>
        </p:txBody>
      </p:sp>
      <p:sp>
        <p:nvSpPr>
          <p:cNvPr id="18" name="Text 15"/>
          <p:cNvSpPr/>
          <p:nvPr/>
        </p:nvSpPr>
        <p:spPr>
          <a:xfrm>
            <a:off x="12287250" y="4238625"/>
            <a:ext cx="4667250" cy="1857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75" dirty="0" spc="4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Còn</a:t>
            </a:r>
            <a:r>
              <a:rPr lang="en-US" sz="2475" dirty="0" spc="3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cách</a:t>
            </a:r>
            <a:r>
              <a:rPr lang="en-US" sz="2475" dirty="0" spc="-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hiểu</a:t>
            </a:r>
            <a:r>
              <a:rPr lang="en-US" sz="2475" dirty="0" spc="2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 khác?</a:t>
            </a:r>
            <a:endParaRPr lang="en-US" sz="2475" dirty="0"/>
          </a:p>
        </p:txBody>
      </p:sp>
      <p:sp>
        <p:nvSpPr>
          <p:cNvPr id="19" name="Text 16"/>
          <p:cNvSpPr/>
          <p:nvPr/>
        </p:nvSpPr>
        <p:spPr>
          <a:xfrm>
            <a:off x="857250" y="7048500"/>
            <a:ext cx="16383000" cy="209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3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Khi</a:t>
            </a:r>
            <a:r>
              <a:rPr lang="en-US" sz="2550" dirty="0" spc="1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2550" dirty="0" spc="2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tiểu</a:t>
            </a:r>
            <a:r>
              <a:rPr lang="en-US" sz="2550" dirty="0" spc="-4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sử,</a:t>
            </a:r>
            <a:r>
              <a:rPr lang="en-US" sz="2550" dirty="0" spc="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</a:t>
            </a:r>
            <a:r>
              <a:rPr lang="en-US" sz="2550" dirty="0" spc="9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riêng</a:t>
            </a:r>
            <a:r>
              <a:rPr lang="en-US" sz="2550" dirty="0" spc="-5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sự</a:t>
            </a:r>
            <a:r>
              <a:rPr lang="en-US" sz="2550" dirty="0" spc="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kiện,</a:t>
            </a:r>
            <a:r>
              <a:rPr lang="en-US" sz="2550" dirty="0" spc="-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r>
              <a:rPr lang="en-US" sz="2550" dirty="0" spc="-6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thuật</a:t>
            </a:r>
            <a:r>
              <a:rPr lang="en-US" sz="2550" dirty="0" spc="-18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dirty="0" spc="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diễn giải.</a:t>
            </a:r>
            <a:r>
              <a:rPr lang="en-US" sz="2550" dirty="0" spc="-2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2550" dirty="0" spc="-14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bất</a:t>
            </a:r>
            <a:r>
              <a:rPr lang="en-US" sz="2550" dirty="0" spc="1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đồng</a:t>
            </a:r>
            <a:r>
              <a:rPr lang="en-US" sz="2550" dirty="0" spc="-17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550" dirty="0" spc="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công</a:t>
            </a:r>
            <a:r>
              <a:rPr lang="en-US" sz="2550" dirty="0" spc="-4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việc,</a:t>
            </a:r>
            <a:r>
              <a:rPr lang="en-US" sz="2550" dirty="0" spc="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</a:t>
            </a:r>
            <a:r>
              <a:rPr lang="en-US" sz="2550" dirty="0" spc="16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đó</a:t>
            </a:r>
            <a:r>
              <a:rPr lang="en-US" sz="2550" dirty="0" spc="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550" dirty="0" spc="-17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tranh</a:t>
            </a:r>
            <a:r>
              <a:rPr lang="en-US" sz="2550" dirty="0" spc="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luận</a:t>
            </a:r>
            <a:r>
              <a:rPr lang="en-US" sz="2550" dirty="0" spc="-2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550" dirty="0" spc="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kiện, cách giải</a:t>
            </a:r>
            <a:r>
              <a:rPr lang="en-US" sz="2550" dirty="0" spc="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thích</a:t>
            </a:r>
            <a:r>
              <a:rPr lang="en-US" sz="2550" dirty="0" spc="-1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hay</a:t>
            </a:r>
            <a:r>
              <a:rPr lang="en-US" sz="2550" dirty="0" spc="-14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quyền</a:t>
            </a:r>
            <a:r>
              <a:rPr lang="en-US" sz="2550" dirty="0" spc="-17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quyết</a:t>
            </a:r>
            <a:r>
              <a:rPr lang="en-US" sz="2550" dirty="0" spc="18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định.</a:t>
            </a:r>
            <a:r>
              <a:rPr lang="en-US" sz="2550" dirty="0" spc="-3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2550" dirty="0" spc="-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r>
              <a:rPr lang="en-US" sz="2550" dirty="0" spc="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phản</a:t>
            </a:r>
            <a:r>
              <a:rPr lang="en-US" sz="2550" dirty="0" spc="-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tư,</a:t>
            </a:r>
            <a:r>
              <a:rPr lang="en-US" sz="2550" dirty="0" spc="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550" dirty="0" spc="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r>
              <a:rPr lang="en-US" sz="2550" dirty="0" spc="-2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</a:t>
            </a:r>
            <a:r>
              <a:rPr lang="en-US" sz="2550" dirty="0" spc="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nhiều</a:t>
            </a:r>
            <a:r>
              <a:rPr lang="en-US" sz="2550" dirty="0" spc="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nghĩa cho</a:t>
            </a:r>
            <a:r>
              <a:rPr lang="en-US" sz="2550" dirty="0" spc="-5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550" dirty="0" spc="-2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trải</a:t>
            </a:r>
            <a:r>
              <a:rPr lang="en-US" sz="2550" dirty="0" spc="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nghiệm</a:t>
            </a:r>
            <a:r>
              <a:rPr lang="en-US" sz="2550" dirty="0" spc="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mà không</a:t>
            </a:r>
            <a:r>
              <a:rPr lang="en-US" sz="2550" dirty="0" spc="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2550" dirty="0" spc="2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tìm</a:t>
            </a:r>
            <a:r>
              <a:rPr lang="en-US" sz="2550" dirty="0" spc="1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động</a:t>
            </a:r>
            <a:r>
              <a:rPr lang="en-US" sz="2550" dirty="0" spc="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cơ</a:t>
            </a:r>
            <a:r>
              <a:rPr lang="en-US" sz="2550" dirty="0" spc="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bí</a:t>
            </a:r>
            <a:r>
              <a:rPr lang="en-US" sz="2550" dirty="0" spc="-8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mật.</a:t>
            </a:r>
            <a:r>
              <a:rPr lang="en-US" sz="2550" dirty="0" spc="17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Những</a:t>
            </a:r>
            <a:r>
              <a:rPr lang="en-US" sz="2550" dirty="0" spc="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cách</a:t>
            </a:r>
            <a:r>
              <a:rPr lang="en-US" sz="2550" dirty="0" spc="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r>
              <a:rPr lang="en-US" sz="2550" dirty="0" spc="-9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này</a:t>
            </a:r>
            <a:r>
              <a:rPr lang="en-US" sz="2550" dirty="0" spc="-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giúp</a:t>
            </a:r>
            <a:r>
              <a:rPr lang="en-US" sz="2550" dirty="0" spc="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kiểm</a:t>
            </a:r>
            <a:r>
              <a:rPr lang="en-US" sz="2550" dirty="0" spc="-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suy</a:t>
            </a:r>
            <a:r>
              <a:rPr lang="en-US" sz="2550" dirty="0" spc="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luận</a:t>
            </a:r>
            <a:r>
              <a:rPr lang="en-US" sz="2550" dirty="0" spc="-18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dirty="0" spc="-12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tôn</a:t>
            </a:r>
            <a:r>
              <a:rPr lang="en-US" sz="2550" dirty="0" spc="-17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trọng</a:t>
            </a:r>
            <a:r>
              <a:rPr lang="en-US" sz="2550" dirty="0" spc="6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550" dirty="0" spc="-29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kể,</a:t>
            </a:r>
            <a:r>
              <a:rPr lang="en-US" sz="2550" dirty="0" spc="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 phải</a:t>
            </a:r>
            <a:r>
              <a:rPr lang="en-US" sz="2550" dirty="0" spc="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kỹ</a:t>
            </a:r>
            <a:r>
              <a:rPr lang="en-US" sz="2550" dirty="0" spc="-6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thuật</a:t>
            </a:r>
            <a:r>
              <a:rPr lang="en-US" sz="2550" dirty="0" spc="-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r>
              <a:rPr lang="en-US" sz="2550" dirty="0" spc="14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trị</a:t>
            </a:r>
            <a:r>
              <a:rPr lang="en-US" sz="2550" dirty="0" spc="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550" dirty="0" spc="-2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hoặc</a:t>
            </a:r>
            <a:r>
              <a:rPr lang="en-US" sz="2550" dirty="0" spc="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công</a:t>
            </a:r>
            <a:r>
              <a:rPr lang="en-US" sz="2550" dirty="0" spc="-2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cụ</a:t>
            </a:r>
            <a:r>
              <a:rPr lang="en-US" sz="2550" dirty="0" spc="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chẩn</a:t>
            </a:r>
            <a:r>
              <a:rPr lang="en-US" sz="2550" dirty="0" spc="8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đoán</a:t>
            </a:r>
            <a:r>
              <a:rPr lang="en-US" sz="2550" dirty="0" spc="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quan hệ.</a:t>
            </a:r>
            <a:endParaRPr lang="en-US" sz="2550" dirty="0"/>
          </a:p>
        </p:txBody>
      </p:sp>
      <p:sp>
        <p:nvSpPr>
          <p:cNvPr id="20" name="Text 17"/>
          <p:cNvSpPr/>
          <p:nvPr/>
        </p:nvSpPr>
        <p:spPr>
          <a:xfrm>
            <a:off x="762000" y="9525000"/>
            <a:ext cx="16383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25" dirty="0" spc="2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J01</a:t>
            </a:r>
            <a:r>
              <a:rPr lang="en-US" sz="1725" dirty="0" spc="-2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</a:t>
            </a:r>
            <a:r>
              <a:rPr lang="en-US" sz="1725" dirty="0" spc="0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725" dirty="0" spc="-8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Khuyến</a:t>
            </a:r>
            <a:r>
              <a:rPr lang="en-US" sz="1725" dirty="0" spc="1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nghị</a:t>
            </a:r>
            <a:r>
              <a:rPr lang="en-US" sz="1725" dirty="0" spc="5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1725" dirty="0" spc="-10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725" dirty="0" spc="0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lập</a:t>
            </a:r>
            <a:r>
              <a:rPr lang="en-US" sz="1725" dirty="0" spc="1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luận</a:t>
            </a:r>
            <a:endParaRPr lang="en-US" sz="1725" dirty="0"/>
          </a:p>
        </p:txBody>
      </p:sp>
      <p:sp>
        <p:nvSpPr>
          <p:cNvPr id="21" name="Text 18"/>
          <p:cNvSpPr/>
          <p:nvPr/>
        </p:nvSpPr>
        <p:spPr>
          <a:xfrm>
            <a:off x="762000" y="9953625"/>
            <a:ext cx="157162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2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J01</a:t>
            </a:r>
            <a:r>
              <a:rPr lang="en-US" sz="1650" dirty="0" spc="0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Visual edition</a:t>
            </a:r>
            <a:r>
              <a:rPr lang="en-US" sz="1650" dirty="0" spc="1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5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31/40</a:t>
            </a:r>
            <a:endParaRPr lang="en-US" sz="1650" dirty="0"/>
          </a:p>
        </p:txBody>
      </p:sp>
      <p:sp>
        <p:nvSpPr>
          <p:cNvPr id="22" name="Shape 19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3" name="Moda image moda-export-watermark-11aecbeb-0f34-4189-862f-c7926e188c23" descr="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76250"/>
            <a:ext cx="153352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🗺️ I · VISUAL EXPLANATION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762000" y="1143000"/>
            <a:ext cx="16764000" cy="1476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500" b="1" dirty="0" spc="1" kern="0">
                <a:solidFill>
                  <a:srgbClr val="20242A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Bản</a:t>
            </a:r>
            <a:r>
              <a:rPr lang="en-US" sz="4500" b="1" dirty="0" spc="11" kern="0">
                <a:solidFill>
                  <a:srgbClr val="20242A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đồ</a:t>
            </a:r>
            <a:r>
              <a:rPr lang="en-US" sz="4500" b="1" dirty="0" spc="3" kern="0">
                <a:solidFill>
                  <a:srgbClr val="20242A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học:</a:t>
            </a:r>
            <a:r>
              <a:rPr lang="en-US" sz="4500" b="1" dirty="0" spc="0" kern="0">
                <a:solidFill>
                  <a:srgbClr val="20242A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từ</a:t>
            </a:r>
            <a:r>
              <a:rPr lang="en-US" sz="4500" b="1" dirty="0" spc="2" kern="0">
                <a:solidFill>
                  <a:srgbClr val="20242A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nguồn</a:t>
            </a:r>
            <a:r>
              <a:rPr lang="en-US" sz="4500" b="1" dirty="0" spc="10" kern="0">
                <a:solidFill>
                  <a:srgbClr val="20242A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đến</a:t>
            </a:r>
            <a:r>
              <a:rPr lang="en-US" sz="4500" b="1" dirty="0" spc="-28" kern="0">
                <a:solidFill>
                  <a:srgbClr val="20242A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kết</a:t>
            </a:r>
            <a:r>
              <a:rPr lang="en-US" sz="4500" b="1" dirty="0" spc="1" kern="0">
                <a:solidFill>
                  <a:srgbClr val="20242A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luận</a:t>
            </a:r>
            <a:endParaRPr lang="en-US" sz="4500" dirty="0"/>
          </a:p>
        </p:txBody>
      </p:sp>
      <p:pic>
        <p:nvPicPr>
          <p:cNvPr id="4" name="Moda flattened rect-1792822604742-797323819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602075" y="409575"/>
            <a:ext cx="590550" cy="59055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62000" y="3048000"/>
            <a:ext cx="5238750" cy="3143250"/>
          </a:xfrm>
          <a:prstGeom prst="roundRect">
            <a:avLst>
              <a:gd name="adj" fmla="val 3636"/>
            </a:avLst>
          </a:prstGeom>
          <a:solidFill>
            <a:srgbClr val="EDE8F5"/>
          </a:solidFill>
          <a:ln/>
        </p:spPr>
      </p:sp>
      <p:sp>
        <p:nvSpPr>
          <p:cNvPr id="6" name="Text 3"/>
          <p:cNvSpPr/>
          <p:nvPr/>
        </p:nvSpPr>
        <p:spPr>
          <a:xfrm>
            <a:off x="990600" y="3238500"/>
            <a:ext cx="85725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 spc="-9" kern="0">
                <a:solidFill>
                  <a:srgbClr val="493C89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01</a:t>
            </a:r>
            <a:endParaRPr lang="en-US" sz="2850" dirty="0"/>
          </a:p>
        </p:txBody>
      </p:sp>
      <p:sp>
        <p:nvSpPr>
          <p:cNvPr id="7" name="Text 4"/>
          <p:cNvSpPr/>
          <p:nvPr/>
        </p:nvSpPr>
        <p:spPr>
          <a:xfrm>
            <a:off x="1857375" y="3295650"/>
            <a:ext cx="3857625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75" b="1" dirty="0" spc="-7" kern="0">
                <a:solidFill>
                  <a:srgbClr val="493C89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Câu</a:t>
            </a:r>
            <a:r>
              <a:rPr lang="en-US" sz="2475" b="1" dirty="0" spc="0" kern="0">
                <a:solidFill>
                  <a:srgbClr val="493C89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hỏi</a:t>
            </a:r>
            <a:endParaRPr lang="en-US" sz="2475" dirty="0"/>
          </a:p>
        </p:txBody>
      </p:sp>
      <p:sp>
        <p:nvSpPr>
          <p:cNvPr id="8" name="Text 5"/>
          <p:cNvSpPr/>
          <p:nvPr/>
        </p:nvSpPr>
        <p:spPr>
          <a:xfrm>
            <a:off x="1047750" y="4238625"/>
            <a:ext cx="4667250" cy="1857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75" dirty="0" spc="-53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Tách</a:t>
            </a:r>
            <a:r>
              <a:rPr lang="en-US" sz="2475" dirty="0" spc="-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mệnh</a:t>
            </a:r>
            <a:r>
              <a:rPr lang="en-US" sz="2475" dirty="0" spc="14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đề</a:t>
            </a:r>
            <a:r>
              <a:rPr lang="en-US" sz="2475" dirty="0" spc="2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2475" dirty="0" spc="-3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kiểm.</a:t>
            </a:r>
            <a:endParaRPr lang="en-US" sz="2475" dirty="0"/>
          </a:p>
        </p:txBody>
      </p:sp>
      <p:sp>
        <p:nvSpPr>
          <p:cNvPr id="9" name="Connector line-1792822604746-207239432"/>
          <p:cNvSpPr/>
          <p:nvPr/>
        </p:nvSpPr>
        <p:spPr>
          <a:xfrm>
            <a:off x="6000750" y="4619625"/>
            <a:ext cx="381000" cy="0"/>
          </a:xfrm>
          <a:prstGeom prst="line">
            <a:avLst/>
          </a:prstGeom>
          <a:noFill/>
          <a:ln w="28575">
            <a:solidFill>
              <a:srgbClr val="493C89"/>
            </a:solidFill>
            <a:prstDash val="solid"/>
            <a:headEnd type="none"/>
            <a:tailEnd type="triangle" w="lg" len="lg"/>
          </a:ln>
        </p:spPr>
      </p:sp>
      <p:sp>
        <p:nvSpPr>
          <p:cNvPr id="10" name="Shape 7"/>
          <p:cNvSpPr/>
          <p:nvPr/>
        </p:nvSpPr>
        <p:spPr>
          <a:xfrm>
            <a:off x="6381750" y="3048000"/>
            <a:ext cx="5238750" cy="3143250"/>
          </a:xfrm>
          <a:prstGeom prst="roundRect">
            <a:avLst>
              <a:gd name="adj" fmla="val 3636"/>
            </a:avLst>
          </a:prstGeom>
          <a:solidFill>
            <a:srgbClr val="EDE8F5"/>
          </a:solidFill>
          <a:ln/>
        </p:spPr>
      </p:sp>
      <p:sp>
        <p:nvSpPr>
          <p:cNvPr id="11" name="Text 8"/>
          <p:cNvSpPr/>
          <p:nvPr/>
        </p:nvSpPr>
        <p:spPr>
          <a:xfrm>
            <a:off x="6610350" y="3238500"/>
            <a:ext cx="85725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 spc="-3" kern="0">
                <a:solidFill>
                  <a:srgbClr val="493C89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02</a:t>
            </a:r>
            <a:endParaRPr lang="en-US" sz="2850" dirty="0"/>
          </a:p>
        </p:txBody>
      </p:sp>
      <p:sp>
        <p:nvSpPr>
          <p:cNvPr id="12" name="Text 9"/>
          <p:cNvSpPr/>
          <p:nvPr/>
        </p:nvSpPr>
        <p:spPr>
          <a:xfrm>
            <a:off x="7477125" y="3295650"/>
            <a:ext cx="3857625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75" b="1" dirty="0" spc="-1" kern="0">
                <a:solidFill>
                  <a:srgbClr val="493C89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Nguồn</a:t>
            </a:r>
            <a:endParaRPr lang="en-US" sz="2475" dirty="0"/>
          </a:p>
        </p:txBody>
      </p:sp>
      <p:sp>
        <p:nvSpPr>
          <p:cNvPr id="13" name="Text 10"/>
          <p:cNvSpPr/>
          <p:nvPr/>
        </p:nvSpPr>
        <p:spPr>
          <a:xfrm>
            <a:off x="6667500" y="4238625"/>
            <a:ext cx="4667250" cy="1857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75" dirty="0" spc="4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Chọn</a:t>
            </a:r>
            <a:r>
              <a:rPr lang="en-US" sz="2475" dirty="0" spc="-3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2475" dirty="0" spc="-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loại</a:t>
            </a:r>
            <a:r>
              <a:rPr lang="en-US" sz="2475" dirty="0" spc="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claim.</a:t>
            </a:r>
            <a:endParaRPr lang="en-US" sz="2475" dirty="0"/>
          </a:p>
        </p:txBody>
      </p:sp>
      <p:sp>
        <p:nvSpPr>
          <p:cNvPr id="14" name="Connector line-1792822604748-157429882"/>
          <p:cNvSpPr/>
          <p:nvPr/>
        </p:nvSpPr>
        <p:spPr>
          <a:xfrm>
            <a:off x="11620500" y="4619625"/>
            <a:ext cx="381000" cy="0"/>
          </a:xfrm>
          <a:prstGeom prst="line">
            <a:avLst/>
          </a:prstGeom>
          <a:noFill/>
          <a:ln w="28575">
            <a:solidFill>
              <a:srgbClr val="493C89"/>
            </a:solidFill>
            <a:prstDash val="solid"/>
            <a:headEnd type="none"/>
            <a:tailEnd type="triangle" w="lg" len="lg"/>
          </a:ln>
        </p:spPr>
      </p:sp>
      <p:sp>
        <p:nvSpPr>
          <p:cNvPr id="15" name="Shape 12"/>
          <p:cNvSpPr/>
          <p:nvPr/>
        </p:nvSpPr>
        <p:spPr>
          <a:xfrm>
            <a:off x="12001500" y="3048000"/>
            <a:ext cx="5238750" cy="3143250"/>
          </a:xfrm>
          <a:prstGeom prst="roundRect">
            <a:avLst>
              <a:gd name="adj" fmla="val 3636"/>
            </a:avLst>
          </a:prstGeom>
          <a:solidFill>
            <a:srgbClr val="EDE8F5"/>
          </a:solidFill>
          <a:ln/>
        </p:spPr>
      </p:sp>
      <p:sp>
        <p:nvSpPr>
          <p:cNvPr id="16" name="Text 13"/>
          <p:cNvSpPr/>
          <p:nvPr/>
        </p:nvSpPr>
        <p:spPr>
          <a:xfrm>
            <a:off x="12230100" y="3238500"/>
            <a:ext cx="85725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 spc="-5" kern="0">
                <a:solidFill>
                  <a:srgbClr val="493C89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03</a:t>
            </a:r>
            <a:endParaRPr lang="en-US" sz="2850" dirty="0"/>
          </a:p>
        </p:txBody>
      </p:sp>
      <p:sp>
        <p:nvSpPr>
          <p:cNvPr id="17" name="Text 14"/>
          <p:cNvSpPr/>
          <p:nvPr/>
        </p:nvSpPr>
        <p:spPr>
          <a:xfrm>
            <a:off x="13096875" y="3295650"/>
            <a:ext cx="3857625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75" b="1" dirty="0" spc="-28" kern="0">
                <a:solidFill>
                  <a:srgbClr val="493C89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Kết</a:t>
            </a:r>
            <a:r>
              <a:rPr lang="en-US" sz="2475" b="1" dirty="0" spc="-2" kern="0">
                <a:solidFill>
                  <a:srgbClr val="493C89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luận</a:t>
            </a:r>
            <a:endParaRPr lang="en-US" sz="2475" dirty="0"/>
          </a:p>
        </p:txBody>
      </p:sp>
      <p:sp>
        <p:nvSpPr>
          <p:cNvPr id="18" name="Text 15"/>
          <p:cNvSpPr/>
          <p:nvPr/>
        </p:nvSpPr>
        <p:spPr>
          <a:xfrm>
            <a:off x="12287250" y="4238625"/>
            <a:ext cx="4667250" cy="1857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75" dirty="0" spc="-2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Nêu</a:t>
            </a:r>
            <a:r>
              <a:rPr lang="en-US" sz="2475" dirty="0" spc="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đúng</a:t>
            </a:r>
            <a:r>
              <a:rPr lang="en-US" sz="2475" dirty="0" spc="2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phần</a:t>
            </a:r>
            <a:r>
              <a:rPr lang="en-US" sz="2475" dirty="0" spc="8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475" dirty="0" spc="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hỗ</a:t>
            </a:r>
            <a:r>
              <a:rPr lang="en-US" sz="2475" dirty="0" spc="-23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trợ.</a:t>
            </a:r>
            <a:endParaRPr lang="en-US" sz="2475" dirty="0"/>
          </a:p>
        </p:txBody>
      </p:sp>
      <p:sp>
        <p:nvSpPr>
          <p:cNvPr id="19" name="Text 16"/>
          <p:cNvSpPr/>
          <p:nvPr/>
        </p:nvSpPr>
        <p:spPr>
          <a:xfrm>
            <a:off x="857250" y="7048500"/>
            <a:ext cx="16383000" cy="209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2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Bản</a:t>
            </a:r>
            <a:r>
              <a:rPr lang="en-US" sz="2550" dirty="0" spc="17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</a:t>
            </a:r>
            <a:r>
              <a:rPr lang="en-US" sz="2550" dirty="0" spc="-9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tổng</a:t>
            </a:r>
            <a:r>
              <a:rPr lang="en-US" sz="2550" dirty="0" spc="-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hợp</a:t>
            </a:r>
            <a:r>
              <a:rPr lang="en-US" sz="2550" dirty="0" spc="-14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bắt</a:t>
            </a:r>
            <a:r>
              <a:rPr lang="en-US" sz="2550" dirty="0" spc="15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đầu</a:t>
            </a:r>
            <a:r>
              <a:rPr lang="en-US" sz="2550" dirty="0" spc="-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2550" dirty="0" spc="2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câu</a:t>
            </a:r>
            <a:r>
              <a:rPr lang="en-US" sz="2550" dirty="0" spc="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 kiểm,</a:t>
            </a:r>
            <a:r>
              <a:rPr lang="en-US" sz="2550" dirty="0" spc="34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</a:t>
            </a:r>
            <a:r>
              <a:rPr lang="en-US" sz="2550" dirty="0" spc="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</a:t>
            </a:r>
            <a:r>
              <a:rPr lang="en-US" sz="2550" dirty="0" spc="-2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loại</a:t>
            </a:r>
            <a:r>
              <a:rPr lang="en-US" sz="2550" dirty="0" spc="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2550" dirty="0" spc="-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phù hợp</a:t>
            </a:r>
            <a:r>
              <a:rPr lang="en-US" sz="2550" dirty="0" spc="-18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dirty="0" spc="-33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2550" dirty="0" spc="-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thúc</a:t>
            </a:r>
            <a:r>
              <a:rPr lang="en-US" sz="2550" dirty="0" spc="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550" dirty="0" spc="-33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2550" dirty="0" spc="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luận</a:t>
            </a:r>
            <a:r>
              <a:rPr lang="en-US" sz="2550" dirty="0" spc="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 giới hạn.</a:t>
            </a:r>
            <a:r>
              <a:rPr lang="en-US" sz="2550" dirty="0" spc="4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Nếu</a:t>
            </a:r>
            <a:r>
              <a:rPr lang="en-US" sz="2550" dirty="0" spc="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thiếu nguồn</a:t>
            </a:r>
            <a:r>
              <a:rPr lang="en-US" sz="2550" dirty="0" spc="-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550" dirty="0" spc="-5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550" dirty="0" spc="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phần</a:t>
            </a:r>
            <a:r>
              <a:rPr lang="en-US" sz="2550" dirty="0" spc="-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550" dirty="0" spc="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câu,</a:t>
            </a:r>
            <a:r>
              <a:rPr lang="en-US" sz="2550" dirty="0" spc="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2550" dirty="0" spc="-7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quay</a:t>
            </a:r>
            <a:r>
              <a:rPr lang="en-US" sz="2550" dirty="0" spc="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r>
              <a:rPr lang="en-US" sz="2550" dirty="0" spc="2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</a:t>
            </a:r>
            <a:r>
              <a:rPr lang="en-US" sz="2550" dirty="0" spc="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hẹp</a:t>
            </a:r>
            <a:r>
              <a:rPr lang="en-US" sz="2550" dirty="0" spc="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phần</a:t>
            </a:r>
            <a:r>
              <a:rPr lang="en-US" sz="2550" dirty="0" spc="16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đó</a:t>
            </a:r>
            <a:r>
              <a:rPr lang="en-US" sz="2550" dirty="0" spc="-2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hoặc</a:t>
            </a:r>
            <a:r>
              <a:rPr lang="en-US" sz="2550" dirty="0" spc="2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tìm</a:t>
            </a:r>
            <a:r>
              <a:rPr lang="en-US" sz="2550" dirty="0" spc="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thêm</a:t>
            </a:r>
            <a:r>
              <a:rPr lang="en-US" sz="2550" dirty="0" spc="-2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550" dirty="0" spc="2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liệu.</a:t>
            </a:r>
            <a:r>
              <a:rPr lang="en-US" sz="2550" dirty="0" spc="-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Dòng</a:t>
            </a:r>
            <a:r>
              <a:rPr lang="en-US" sz="2550" dirty="0" spc="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thời</a:t>
            </a:r>
            <a:r>
              <a:rPr lang="en-US" sz="2550" dirty="0" spc="-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gian</a:t>
            </a:r>
            <a:r>
              <a:rPr lang="en-US" sz="2550" dirty="0" spc="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550" dirty="0" spc="-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giúp</a:t>
            </a:r>
            <a:r>
              <a:rPr lang="en-US" sz="2550" dirty="0" spc="2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r>
              <a:rPr lang="en-US" sz="2550" dirty="0" spc="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vị</a:t>
            </a:r>
            <a:r>
              <a:rPr lang="en-US" sz="2550" dirty="0" spc="-4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sự</a:t>
            </a:r>
            <a:r>
              <a:rPr lang="en-US" sz="2550" dirty="0" spc="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kiện;</a:t>
            </a:r>
            <a:r>
              <a:rPr lang="en-US" sz="2550" dirty="0" spc="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</a:t>
            </a:r>
            <a:r>
              <a:rPr lang="en-US" sz="2550" dirty="0" spc="-1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sơ</a:t>
            </a:r>
            <a:r>
              <a:rPr lang="en-US" sz="2550" dirty="0" spc="17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</a:t>
            </a:r>
            <a:r>
              <a:rPr lang="en-US" sz="2550" dirty="0" spc="-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cơ</a:t>
            </a:r>
            <a:r>
              <a:rPr lang="en-US" sz="2550" dirty="0" spc="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chế</a:t>
            </a:r>
            <a:r>
              <a:rPr lang="en-US" sz="2550" dirty="0" spc="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550" dirty="0" spc="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mô</a:t>
            </a:r>
            <a:r>
              <a:rPr lang="en-US" sz="2550" dirty="0" spc="-15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tả</a:t>
            </a:r>
            <a:r>
              <a:rPr lang="en-US" sz="2550" dirty="0" spc="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</a:t>
            </a:r>
            <a:r>
              <a:rPr lang="en-US" sz="2550" dirty="0" spc="-14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thuyết</a:t>
            </a:r>
            <a:r>
              <a:rPr lang="en-US" sz="2550" dirty="0" spc="6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550" dirty="0" spc="-12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gắn</a:t>
            </a:r>
            <a:r>
              <a:rPr lang="en-US" sz="2550" dirty="0" spc="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nhãn.</a:t>
            </a:r>
            <a:r>
              <a:rPr lang="en-US" sz="2550" dirty="0" spc="-9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Đây</a:t>
            </a:r>
            <a:r>
              <a:rPr lang="en-US" sz="2550" dirty="0" spc="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550" dirty="0" spc="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kịch</a:t>
            </a:r>
            <a:r>
              <a:rPr lang="en-US" sz="2550" dirty="0" spc="-3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2550" dirty="0" spc="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 chờ</a:t>
            </a:r>
            <a:r>
              <a:rPr lang="en-US" sz="2550" dirty="0" spc="16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dựng,</a:t>
            </a:r>
            <a:r>
              <a:rPr lang="en-US" sz="2550" dirty="0" spc="6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</a:t>
            </a:r>
            <a:r>
              <a:rPr lang="en-US" sz="2550" dirty="0" spc="-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r>
              <a:rPr lang="en-US" sz="2550" dirty="0" spc="16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chứng</a:t>
            </a:r>
            <a:r>
              <a:rPr lang="en-US" sz="2550" dirty="0" spc="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</a:t>
            </a:r>
            <a:r>
              <a:rPr lang="en-US" sz="2550" dirty="0" spc="-2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rằng</a:t>
            </a:r>
            <a:r>
              <a:rPr lang="en-US" sz="2550" dirty="0" spc="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mọi</a:t>
            </a:r>
            <a:r>
              <a:rPr lang="en-US" sz="2550" dirty="0" spc="-1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sơ</a:t>
            </a:r>
            <a:r>
              <a:rPr lang="en-US" sz="2550" dirty="0" spc="17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</a:t>
            </a:r>
            <a:r>
              <a:rPr lang="en-US" sz="2550" dirty="0" spc="18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2550" dirty="0" spc="6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550" dirty="0" spc="-1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tạo</a:t>
            </a:r>
            <a:r>
              <a:rPr lang="en-US" sz="2550" dirty="0" spc="-18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dirty="0" spc="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kiểm.</a:t>
            </a:r>
            <a:endParaRPr lang="en-US" sz="2550" dirty="0"/>
          </a:p>
        </p:txBody>
      </p:sp>
      <p:sp>
        <p:nvSpPr>
          <p:cNvPr id="20" name="Text 17"/>
          <p:cNvSpPr/>
          <p:nvPr/>
        </p:nvSpPr>
        <p:spPr>
          <a:xfrm>
            <a:off x="762000" y="9525000"/>
            <a:ext cx="16383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25" dirty="0" spc="2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J01</a:t>
            </a:r>
            <a:r>
              <a:rPr lang="en-US" sz="1725" dirty="0" spc="-3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</a:t>
            </a:r>
            <a:r>
              <a:rPr lang="en-US" sz="1725" dirty="0" spc="-1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 Kịch</a:t>
            </a:r>
            <a:r>
              <a:rPr lang="en-US" sz="1725" dirty="0" spc="-2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1725" dirty="0" spc="4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trước</a:t>
            </a:r>
            <a:r>
              <a:rPr lang="en-US" sz="1725" dirty="0" spc="-5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Moda</a:t>
            </a:r>
            <a:endParaRPr lang="en-US" sz="1725" dirty="0"/>
          </a:p>
        </p:txBody>
      </p:sp>
      <p:sp>
        <p:nvSpPr>
          <p:cNvPr id="21" name="Text 18"/>
          <p:cNvSpPr/>
          <p:nvPr/>
        </p:nvSpPr>
        <p:spPr>
          <a:xfrm>
            <a:off x="762000" y="9953625"/>
            <a:ext cx="157162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2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J01</a:t>
            </a:r>
            <a:r>
              <a:rPr lang="en-US" sz="1650" dirty="0" spc="0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Visual edition</a:t>
            </a:r>
            <a:r>
              <a:rPr lang="en-US" sz="1650" dirty="0" spc="1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5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32/40</a:t>
            </a:r>
            <a:endParaRPr lang="en-US" sz="1650" dirty="0"/>
          </a:p>
        </p:txBody>
      </p:sp>
      <p:sp>
        <p:nvSpPr>
          <p:cNvPr id="22" name="Shape 19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3" name="Moda image moda-export-watermark-a9f2b618-53ba-4e4b-9a5d-d6f43538a0cf" descr="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241F3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76250"/>
            <a:ext cx="153352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>
                <a:solidFill>
                  <a:srgbClr val="C8BDE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💡 J · KEY TAKEAWAYS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762000" y="1143000"/>
            <a:ext cx="16764000" cy="1476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500" b="1" dirty="0" spc="-115" kern="0">
                <a:solidFill>
                  <a:srgbClr val="F5F0E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Tám</a:t>
            </a:r>
            <a:r>
              <a:rPr lang="en-US" sz="4500" b="1" dirty="0" spc="14" kern="0">
                <a:solidFill>
                  <a:srgbClr val="F5F0E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điểm</a:t>
            </a:r>
            <a:r>
              <a:rPr lang="en-US" sz="4500" b="1" dirty="0" spc="3" kern="0">
                <a:solidFill>
                  <a:srgbClr val="F5F0E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cần</a:t>
            </a:r>
            <a:r>
              <a:rPr lang="en-US" sz="4500" b="1" dirty="0" spc="2" kern="0">
                <a:solidFill>
                  <a:srgbClr val="F5F0E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nhớ</a:t>
            </a:r>
            <a:r>
              <a:rPr lang="en-US" sz="4500" b="1" dirty="0" spc="-40" kern="0">
                <a:solidFill>
                  <a:srgbClr val="F5F0E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trước</a:t>
            </a:r>
            <a:r>
              <a:rPr lang="en-US" sz="4500" b="1" dirty="0" spc="-3" kern="0">
                <a:solidFill>
                  <a:srgbClr val="F5F0E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J02</a:t>
            </a:r>
            <a:endParaRPr lang="en-US" sz="4500" dirty="0"/>
          </a:p>
        </p:txBody>
      </p:sp>
      <p:pic>
        <p:nvPicPr>
          <p:cNvPr id="4" name="Moda flattened rect-1792822607678-720722344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602075" y="409575"/>
            <a:ext cx="590550" cy="59055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62000" y="2857500"/>
            <a:ext cx="8096250" cy="1524000"/>
          </a:xfrm>
          <a:prstGeom prst="roundRect">
            <a:avLst>
              <a:gd name="adj" fmla="val 7500"/>
            </a:avLst>
          </a:prstGeom>
          <a:solidFill>
            <a:srgbClr val="38304F"/>
          </a:solidFill>
          <a:ln/>
        </p:spPr>
      </p:sp>
      <p:sp>
        <p:nvSpPr>
          <p:cNvPr id="6" name="Text 3"/>
          <p:cNvSpPr/>
          <p:nvPr/>
        </p:nvSpPr>
        <p:spPr>
          <a:xfrm>
            <a:off x="1000125" y="3095625"/>
            <a:ext cx="142875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 spc="-38" kern="0">
                <a:solidFill>
                  <a:srgbClr val="C8BDEE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1–2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2571750" y="3095625"/>
            <a:ext cx="5905500" cy="1095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Nền</a:t>
            </a:r>
            <a:r>
              <a:rPr lang="en-US" sz="255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nghề nghiệp;</a:t>
            </a:r>
            <a:r>
              <a:rPr lang="en-US" sz="255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nhiều</a:t>
            </a:r>
            <a:r>
              <a:rPr lang="en-US" sz="2550" dirty="0" spc="-3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loại</a:t>
            </a:r>
            <a:r>
              <a:rPr lang="en-US" sz="2550" dirty="0" spc="-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mốc.</a:t>
            </a:r>
            <a:endParaRPr lang="en-US" sz="2550" dirty="0"/>
          </a:p>
        </p:txBody>
      </p:sp>
      <p:sp>
        <p:nvSpPr>
          <p:cNvPr id="8" name="Shape 5"/>
          <p:cNvSpPr/>
          <p:nvPr/>
        </p:nvSpPr>
        <p:spPr>
          <a:xfrm>
            <a:off x="9239250" y="2857500"/>
            <a:ext cx="8096250" cy="1524000"/>
          </a:xfrm>
          <a:prstGeom prst="roundRect">
            <a:avLst>
              <a:gd name="adj" fmla="val 7500"/>
            </a:avLst>
          </a:prstGeom>
          <a:solidFill>
            <a:srgbClr val="38304F"/>
          </a:solidFill>
          <a:ln/>
        </p:spPr>
      </p:sp>
      <p:sp>
        <p:nvSpPr>
          <p:cNvPr id="9" name="Text 6"/>
          <p:cNvSpPr/>
          <p:nvPr/>
        </p:nvSpPr>
        <p:spPr>
          <a:xfrm>
            <a:off x="9477375" y="3095625"/>
            <a:ext cx="142875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 spc="4" kern="0">
                <a:solidFill>
                  <a:srgbClr val="C8BDEE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3–4</a:t>
            </a:r>
            <a:endParaRPr lang="en-US" sz="3000" dirty="0"/>
          </a:p>
        </p:txBody>
      </p:sp>
      <p:sp>
        <p:nvSpPr>
          <p:cNvPr id="10" name="Text 7"/>
          <p:cNvSpPr/>
          <p:nvPr/>
        </p:nvSpPr>
        <p:spPr>
          <a:xfrm>
            <a:off x="11049000" y="3095625"/>
            <a:ext cx="5905500" cy="1095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3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Ba</a:t>
            </a:r>
            <a:r>
              <a:rPr lang="en-US" sz="2550" dirty="0" spc="-9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tầng</a:t>
            </a:r>
            <a:r>
              <a:rPr lang="en-US" sz="2550" dirty="0" spc="-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chia</a:t>
            </a:r>
            <a:r>
              <a:rPr lang="en-US" sz="2550" dirty="0" spc="-8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tách;</a:t>
            </a:r>
            <a:r>
              <a:rPr lang="en-US" sz="2550" dirty="0" spc="-9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phát</a:t>
            </a:r>
            <a:r>
              <a:rPr lang="en-US" sz="2550" dirty="0" spc="-1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ngôn</a:t>
            </a:r>
            <a:r>
              <a:rPr lang="en-US" sz="2550" dirty="0" spc="-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550" dirty="0" spc="-4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bối</a:t>
            </a:r>
            <a:r>
              <a:rPr lang="en-US" sz="255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cảnh.</a:t>
            </a:r>
            <a:endParaRPr lang="en-US" sz="2550" dirty="0"/>
          </a:p>
        </p:txBody>
      </p:sp>
      <p:sp>
        <p:nvSpPr>
          <p:cNvPr id="11" name="Shape 8"/>
          <p:cNvSpPr/>
          <p:nvPr/>
        </p:nvSpPr>
        <p:spPr>
          <a:xfrm>
            <a:off x="762000" y="4667250"/>
            <a:ext cx="8096250" cy="1524000"/>
          </a:xfrm>
          <a:prstGeom prst="roundRect">
            <a:avLst>
              <a:gd name="adj" fmla="val 7500"/>
            </a:avLst>
          </a:prstGeom>
          <a:solidFill>
            <a:srgbClr val="38304F"/>
          </a:solidFill>
          <a:ln/>
        </p:spPr>
      </p:sp>
      <p:sp>
        <p:nvSpPr>
          <p:cNvPr id="12" name="Text 9"/>
          <p:cNvSpPr/>
          <p:nvPr/>
        </p:nvSpPr>
        <p:spPr>
          <a:xfrm>
            <a:off x="1000125" y="4905375"/>
            <a:ext cx="142875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 spc="5" kern="0">
                <a:solidFill>
                  <a:srgbClr val="C8BDEE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5–6</a:t>
            </a:r>
            <a:endParaRPr lang="en-US" sz="3000" dirty="0"/>
          </a:p>
        </p:txBody>
      </p:sp>
      <p:sp>
        <p:nvSpPr>
          <p:cNvPr id="13" name="Text 10"/>
          <p:cNvSpPr/>
          <p:nvPr/>
        </p:nvSpPr>
        <p:spPr>
          <a:xfrm>
            <a:off x="2571750" y="4905375"/>
            <a:ext cx="5905500" cy="1095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133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Tự</a:t>
            </a:r>
            <a:r>
              <a:rPr lang="en-US" sz="2550" dirty="0" spc="-6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thuật</a:t>
            </a:r>
            <a:r>
              <a:rPr lang="en-US" sz="255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 biên</a:t>
            </a:r>
            <a:r>
              <a:rPr lang="en-US" sz="2550" dirty="0" spc="-1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tập;</a:t>
            </a:r>
            <a:r>
              <a:rPr lang="en-US" sz="255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2550" dirty="0" spc="-16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gốc</a:t>
            </a:r>
            <a:r>
              <a:rPr lang="en-US" sz="255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≠ tính</a:t>
            </a:r>
            <a:r>
              <a:rPr lang="en-US" sz="255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đúng.</a:t>
            </a:r>
            <a:endParaRPr lang="en-US" sz="2550" dirty="0"/>
          </a:p>
        </p:txBody>
      </p:sp>
      <p:sp>
        <p:nvSpPr>
          <p:cNvPr id="14" name="Shape 11"/>
          <p:cNvSpPr/>
          <p:nvPr/>
        </p:nvSpPr>
        <p:spPr>
          <a:xfrm>
            <a:off x="9239250" y="4667250"/>
            <a:ext cx="8096250" cy="1524000"/>
          </a:xfrm>
          <a:prstGeom prst="roundRect">
            <a:avLst>
              <a:gd name="adj" fmla="val 7500"/>
            </a:avLst>
          </a:prstGeom>
          <a:solidFill>
            <a:srgbClr val="38304F"/>
          </a:solidFill>
          <a:ln/>
        </p:spPr>
      </p:sp>
      <p:sp>
        <p:nvSpPr>
          <p:cNvPr id="15" name="Text 12"/>
          <p:cNvSpPr/>
          <p:nvPr/>
        </p:nvSpPr>
        <p:spPr>
          <a:xfrm>
            <a:off x="9477375" y="4905375"/>
            <a:ext cx="142875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 spc="-73" kern="0">
                <a:solidFill>
                  <a:srgbClr val="C8BDEE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7–8</a:t>
            </a:r>
            <a:endParaRPr lang="en-US" sz="3000" dirty="0"/>
          </a:p>
        </p:txBody>
      </p:sp>
      <p:sp>
        <p:nvSpPr>
          <p:cNvPr id="16" name="Text 13"/>
          <p:cNvSpPr/>
          <p:nvPr/>
        </p:nvSpPr>
        <p:spPr>
          <a:xfrm>
            <a:off x="11049000" y="4905375"/>
            <a:ext cx="5905500" cy="1095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4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Ý</a:t>
            </a:r>
            <a:r>
              <a:rPr lang="en-US" sz="255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nghĩa</a:t>
            </a:r>
            <a:r>
              <a:rPr lang="en-US" sz="255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≠ nguồn</a:t>
            </a:r>
            <a:r>
              <a:rPr lang="en-US" sz="2550" dirty="0" spc="-13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gốc;</a:t>
            </a:r>
            <a:r>
              <a:rPr lang="en-US" sz="2550" dirty="0" spc="-5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outcome</a:t>
            </a:r>
            <a:r>
              <a:rPr lang="en-US" sz="255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≠</a:t>
            </a:r>
            <a:r>
              <a:rPr lang="en-US" sz="255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cơ</a:t>
            </a:r>
            <a:r>
              <a:rPr lang="en-US" sz="255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chế.</a:t>
            </a:r>
            <a:endParaRPr lang="en-US" sz="2550" dirty="0"/>
          </a:p>
        </p:txBody>
      </p:sp>
      <p:sp>
        <p:nvSpPr>
          <p:cNvPr id="17" name="Text 14"/>
          <p:cNvSpPr/>
          <p:nvPr/>
        </p:nvSpPr>
        <p:spPr>
          <a:xfrm>
            <a:off x="857250" y="7048500"/>
            <a:ext cx="16383000" cy="209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Jung</a:t>
            </a:r>
            <a:r>
              <a:rPr lang="en-US" sz="255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550" dirty="0" spc="-14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bắt</a:t>
            </a:r>
            <a:r>
              <a:rPr lang="en-US" sz="2550" dirty="0" spc="15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đầu</a:t>
            </a:r>
            <a:r>
              <a:rPr lang="en-US" sz="255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lịch</a:t>
            </a:r>
            <a:r>
              <a:rPr lang="en-US" sz="2550" dirty="0" spc="-3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sử</a:t>
            </a:r>
            <a:r>
              <a:rPr lang="en-US" sz="2550" dirty="0" spc="-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55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mình ở</a:t>
            </a:r>
            <a:r>
              <a:rPr lang="en-US" sz="2550" dirty="0" spc="-3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Freud.</a:t>
            </a:r>
            <a:r>
              <a:rPr lang="en-US" sz="255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Cộng</a:t>
            </a:r>
            <a:r>
              <a:rPr lang="en-US" sz="2550" dirty="0" spc="-1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tác</a:t>
            </a:r>
            <a:r>
              <a:rPr lang="en-US" sz="2550" dirty="0" spc="-18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dirty="0" spc="-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chia</a:t>
            </a:r>
            <a:r>
              <a:rPr lang="en-US" sz="2550" dirty="0" spc="-9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tách</a:t>
            </a:r>
            <a:r>
              <a:rPr lang="en-US" sz="255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55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nhiều</a:t>
            </a:r>
            <a:r>
              <a:rPr lang="en-US" sz="2550" dirty="0" spc="-3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loại</a:t>
            </a:r>
            <a:r>
              <a:rPr lang="en-US" sz="2550" dirty="0" spc="-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mốc.</a:t>
            </a:r>
            <a:r>
              <a:rPr lang="en-US" sz="2550" dirty="0" spc="-4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</a:t>
            </a:r>
            <a:r>
              <a:rPr lang="en-US" sz="2550" dirty="0" spc="-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từ, tự</a:t>
            </a:r>
            <a:r>
              <a:rPr lang="en-US" sz="2550" dirty="0" spc="-6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thuật</a:t>
            </a:r>
            <a:r>
              <a:rPr lang="en-US" sz="2550" dirty="0" spc="-19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lịch</a:t>
            </a:r>
            <a:r>
              <a:rPr lang="en-US" sz="2550" dirty="0" spc="-4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sử</a:t>
            </a:r>
            <a:r>
              <a:rPr lang="en-US" sz="255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2550" dirty="0" spc="7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550" dirty="0" spc="9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2550" dirty="0" spc="-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255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câu</a:t>
            </a:r>
            <a:r>
              <a:rPr lang="en-US" sz="255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 khác</a:t>
            </a:r>
            <a:r>
              <a:rPr lang="en-US" sz="255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nhau.</a:t>
            </a:r>
            <a:r>
              <a:rPr lang="en-US" sz="2550" dirty="0" spc="-9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Bất</a:t>
            </a:r>
            <a:r>
              <a:rPr lang="en-US" sz="2550" dirty="0" spc="1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đồng</a:t>
            </a:r>
            <a:r>
              <a:rPr lang="en-US" sz="2550" dirty="0" spc="-3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học</a:t>
            </a:r>
            <a:r>
              <a:rPr lang="en-US" sz="2550" dirty="0" spc="-13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thuyết,</a:t>
            </a:r>
            <a:r>
              <a:rPr lang="en-US" sz="255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quan</a:t>
            </a:r>
            <a:r>
              <a:rPr lang="en-US" sz="255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hệ</a:t>
            </a:r>
            <a:r>
              <a:rPr lang="en-US" sz="2550" dirty="0" spc="-19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dirty="0" spc="-16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tổ</a:t>
            </a:r>
            <a:r>
              <a:rPr lang="en-US" sz="2550" dirty="0" spc="7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chức</a:t>
            </a:r>
            <a:r>
              <a:rPr lang="en-US" sz="255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550" dirty="0" spc="6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550" dirty="0" spc="-1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gộp</a:t>
            </a:r>
            <a:r>
              <a:rPr lang="en-US" sz="2550" dirty="0" spc="-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tùy</a:t>
            </a:r>
            <a:r>
              <a:rPr lang="en-US" sz="255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tiện.</a:t>
            </a:r>
            <a:r>
              <a:rPr lang="en-US" sz="2550" dirty="0" spc="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2550" dirty="0" spc="-16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gốc</a:t>
            </a:r>
            <a:r>
              <a:rPr lang="en-US" sz="2550" dirty="0" spc="-5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55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ý</a:t>
            </a:r>
            <a:r>
              <a:rPr lang="en-US" sz="2550" dirty="0" spc="6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tưởng chưa</a:t>
            </a:r>
            <a:r>
              <a:rPr lang="en-US" sz="2550" dirty="0" spc="-18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xác</a:t>
            </a:r>
            <a:r>
              <a:rPr lang="en-US" sz="2550" dirty="0" spc="-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</a:t>
            </a:r>
            <a:r>
              <a:rPr lang="en-US" sz="255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tính</a:t>
            </a:r>
            <a:r>
              <a:rPr lang="en-US" sz="2550" dirty="0" spc="-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đúng của nó;</a:t>
            </a:r>
            <a:r>
              <a:rPr lang="en-US" sz="2550" dirty="0" spc="-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ý</a:t>
            </a:r>
            <a:r>
              <a:rPr lang="en-US" sz="255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nghĩa</a:t>
            </a:r>
            <a:r>
              <a:rPr lang="en-US" sz="2550" dirty="0" spc="-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r>
              <a:rPr lang="en-US" sz="255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quan</a:t>
            </a:r>
            <a:r>
              <a:rPr lang="en-US" sz="2550" dirty="0" spc="6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</a:t>
            </a:r>
            <a:r>
              <a:rPr lang="en-US" sz="2550" dirty="0" spc="16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chứng</a:t>
            </a:r>
            <a:r>
              <a:rPr lang="en-US" sz="2550" dirty="0" spc="-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minh</a:t>
            </a:r>
            <a:r>
              <a:rPr lang="en-US" sz="255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cơ chế phổ</a:t>
            </a:r>
            <a:r>
              <a:rPr lang="en-US" sz="2550" dirty="0" spc="-6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quát.</a:t>
            </a:r>
            <a:r>
              <a:rPr lang="en-US" sz="255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Nghiên</a:t>
            </a:r>
            <a:r>
              <a:rPr lang="en-US" sz="2550" dirty="0" spc="19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cứu</a:t>
            </a:r>
            <a:r>
              <a:rPr lang="en-US" sz="2550" dirty="0" spc="14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trị</a:t>
            </a:r>
            <a:r>
              <a:rPr lang="en-US" sz="255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550" dirty="0" spc="-18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kiểm</a:t>
            </a:r>
            <a:r>
              <a:rPr lang="en-US" sz="2550" dirty="0" spc="16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chứng</a:t>
            </a:r>
            <a:r>
              <a:rPr lang="en-US" sz="255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cơ chế</a:t>
            </a:r>
            <a:r>
              <a:rPr lang="en-US" sz="2550" dirty="0" spc="-14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vẫn</a:t>
            </a:r>
            <a:r>
              <a:rPr lang="en-US" sz="255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550" dirty="0" spc="-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</a:t>
            </a:r>
            <a:r>
              <a:rPr lang="en-US" sz="255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công</a:t>
            </a:r>
            <a:r>
              <a:rPr lang="en-US" sz="2550" dirty="0" spc="-4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</a:t>
            </a:r>
            <a:r>
              <a:rPr lang="en-US" sz="2550" dirty="0" spc="8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riêng.</a:t>
            </a:r>
            <a:endParaRPr lang="en-US" sz="2550" dirty="0"/>
          </a:p>
        </p:txBody>
      </p:sp>
      <p:sp>
        <p:nvSpPr>
          <p:cNvPr id="18" name="Text 15"/>
          <p:cNvSpPr/>
          <p:nvPr/>
        </p:nvSpPr>
        <p:spPr>
          <a:xfrm>
            <a:off x="762000" y="9525000"/>
            <a:ext cx="16383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25" dirty="0" spc="2" kern="0">
                <a:solidFill>
                  <a:srgbClr val="C8BDE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J01</a:t>
            </a:r>
            <a:r>
              <a:rPr lang="en-US" sz="1725" dirty="0" spc="0" kern="0">
                <a:solidFill>
                  <a:srgbClr val="C8BDE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J ·</a:t>
            </a:r>
            <a:r>
              <a:rPr lang="en-US" sz="1725" dirty="0" spc="-33" kern="0">
                <a:solidFill>
                  <a:srgbClr val="C8BDE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Tổng</a:t>
            </a:r>
            <a:r>
              <a:rPr lang="en-US" sz="1725" dirty="0" spc="0" kern="0">
                <a:solidFill>
                  <a:srgbClr val="C8BDE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hợp</a:t>
            </a:r>
            <a:r>
              <a:rPr lang="en-US" sz="1725" dirty="0" spc="-8" kern="0">
                <a:solidFill>
                  <a:srgbClr val="C8BDE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tám</a:t>
            </a:r>
            <a:r>
              <a:rPr lang="en-US" sz="1725" dirty="0" spc="2" kern="0">
                <a:solidFill>
                  <a:srgbClr val="C8BDE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ý</a:t>
            </a:r>
            <a:endParaRPr lang="en-US" sz="1725" dirty="0"/>
          </a:p>
        </p:txBody>
      </p:sp>
      <p:sp>
        <p:nvSpPr>
          <p:cNvPr id="19" name="Text 16"/>
          <p:cNvSpPr/>
          <p:nvPr/>
        </p:nvSpPr>
        <p:spPr>
          <a:xfrm>
            <a:off x="762000" y="9953625"/>
            <a:ext cx="157162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2" kern="0">
                <a:solidFill>
                  <a:srgbClr val="C8BDE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J01</a:t>
            </a:r>
            <a:r>
              <a:rPr lang="en-US" sz="1650" dirty="0" spc="0" kern="0">
                <a:solidFill>
                  <a:srgbClr val="C8BDE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" kern="0">
                <a:solidFill>
                  <a:srgbClr val="C8BDE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Visual edition</a:t>
            </a:r>
            <a:r>
              <a:rPr lang="en-US" sz="1650" dirty="0" spc="1" kern="0">
                <a:solidFill>
                  <a:srgbClr val="C8BDE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7" kern="0">
                <a:solidFill>
                  <a:srgbClr val="C8BDE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33/40</a:t>
            </a:r>
            <a:endParaRPr lang="en-US" sz="1650" dirty="0"/>
          </a:p>
        </p:txBody>
      </p:sp>
      <p:sp>
        <p:nvSpPr>
          <p:cNvPr id="20" name="Shape 17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1" name="Moda image moda-export-watermark-0720cda3-06f4-4bfc-908d-34d6943baeda" descr="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76250"/>
            <a:ext cx="153352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❓ K · KNOWLEDGE CHECK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762000" y="1143000"/>
            <a:ext cx="16764000" cy="1476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500" b="1" dirty="0" spc="1" kern="0">
                <a:solidFill>
                  <a:srgbClr val="20242A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Câu</a:t>
            </a:r>
            <a:r>
              <a:rPr lang="en-US" sz="4500" b="1" dirty="0" spc="0" kern="0">
                <a:solidFill>
                  <a:srgbClr val="20242A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1</a:t>
            </a:r>
            <a:r>
              <a:rPr lang="en-US" sz="4500" b="1" dirty="0" spc="3" kern="0">
                <a:solidFill>
                  <a:srgbClr val="20242A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·</a:t>
            </a:r>
            <a:r>
              <a:rPr lang="en-US" sz="4500" b="1" dirty="0" spc="-9" kern="0">
                <a:solidFill>
                  <a:srgbClr val="20242A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1913</a:t>
            </a:r>
            <a:r>
              <a:rPr lang="en-US" sz="4500" b="1" dirty="0" spc="-47" kern="0">
                <a:solidFill>
                  <a:srgbClr val="20242A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và</a:t>
            </a:r>
            <a:r>
              <a:rPr lang="en-US" sz="4500" b="1" dirty="0" spc="-9" kern="0">
                <a:solidFill>
                  <a:srgbClr val="20242A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1914</a:t>
            </a:r>
            <a:r>
              <a:rPr lang="en-US" sz="4500" b="1" dirty="0" spc="3" kern="0">
                <a:solidFill>
                  <a:srgbClr val="20242A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khác</a:t>
            </a:r>
            <a:r>
              <a:rPr lang="en-US" sz="4500" b="1" dirty="0" spc="2" kern="0">
                <a:solidFill>
                  <a:srgbClr val="20242A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nhau</a:t>
            </a:r>
            <a:r>
              <a:rPr lang="en-US" sz="4500" b="1" dirty="0" spc="3" kern="0">
                <a:solidFill>
                  <a:srgbClr val="20242A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ở</a:t>
            </a:r>
            <a:r>
              <a:rPr lang="en-US" sz="4500" b="1" dirty="0" spc="-2" kern="0">
                <a:solidFill>
                  <a:srgbClr val="20242A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đâu?</a:t>
            </a:r>
            <a:endParaRPr lang="en-US" sz="4500" dirty="0"/>
          </a:p>
        </p:txBody>
      </p:sp>
      <p:pic>
        <p:nvPicPr>
          <p:cNvPr id="4" name="Moda flattened rect-1792822611000-328374382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602075" y="409575"/>
            <a:ext cx="590550" cy="59055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62000" y="2857500"/>
            <a:ext cx="5715000" cy="3476625"/>
          </a:xfrm>
          <a:prstGeom prst="roundRect">
            <a:avLst>
              <a:gd name="adj" fmla="val 3288"/>
            </a:avLst>
          </a:prstGeom>
          <a:solidFill>
            <a:srgbClr val="EDE8F5"/>
          </a:solidFill>
          <a:ln/>
        </p:spPr>
      </p:sp>
      <p:sp>
        <p:nvSpPr>
          <p:cNvPr id="6" name="Text 3"/>
          <p:cNvSpPr/>
          <p:nvPr/>
        </p:nvSpPr>
        <p:spPr>
          <a:xfrm>
            <a:off x="1143000" y="3286125"/>
            <a:ext cx="49530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 spc="2" kern="0">
                <a:solidFill>
                  <a:srgbClr val="493C89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Hỏi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1143000" y="4429125"/>
            <a:ext cx="4953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75" dirty="0" spc="-2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Hai</a:t>
            </a:r>
            <a:r>
              <a:rPr lang="en-US" sz="2775" dirty="0" spc="-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2775" dirty="0" spc="25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r>
              <a:rPr lang="en-US" sz="2775" dirty="0" spc="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nghĩa</a:t>
            </a:r>
            <a:r>
              <a:rPr lang="en-US" sz="2775" dirty="0" spc="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sự kiện</a:t>
            </a:r>
            <a:r>
              <a:rPr lang="en-US" sz="2775" dirty="0" spc="2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thế</a:t>
            </a:r>
            <a:r>
              <a:rPr lang="en-US" sz="2775" dirty="0" spc="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nào?</a:t>
            </a:r>
            <a:endParaRPr lang="en-US" sz="2775" dirty="0"/>
          </a:p>
        </p:txBody>
      </p:sp>
      <p:sp>
        <p:nvSpPr>
          <p:cNvPr id="8" name="Text 5"/>
          <p:cNvSpPr/>
          <p:nvPr/>
        </p:nvSpPr>
        <p:spPr>
          <a:xfrm>
            <a:off x="7905750" y="3095625"/>
            <a:ext cx="885825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 spc="-9" kern="0">
                <a:solidFill>
                  <a:srgbClr val="493C89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Đáp</a:t>
            </a:r>
            <a:endParaRPr lang="en-US" sz="2850" dirty="0"/>
          </a:p>
        </p:txBody>
      </p:sp>
      <p:sp>
        <p:nvSpPr>
          <p:cNvPr id="9" name="Text 6"/>
          <p:cNvSpPr/>
          <p:nvPr/>
        </p:nvSpPr>
        <p:spPr>
          <a:xfrm>
            <a:off x="7905750" y="3857625"/>
            <a:ext cx="885825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25" dirty="0" spc="-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Quan</a:t>
            </a:r>
            <a:r>
              <a:rPr lang="en-US" sz="2625" dirty="0" spc="2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hệ</a:t>
            </a:r>
            <a:r>
              <a:rPr lang="en-US" sz="2625" dirty="0" spc="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</a:t>
            </a:r>
            <a:r>
              <a:rPr lang="en-US" sz="2625" dirty="0" spc="-5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mốc</a:t>
            </a:r>
            <a:r>
              <a:rPr lang="en-US" sz="2625" dirty="0" spc="-18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tổ</a:t>
            </a:r>
            <a:r>
              <a:rPr lang="en-US" sz="2625" dirty="0" spc="7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chức.</a:t>
            </a:r>
            <a:endParaRPr lang="en-US" sz="2625" dirty="0"/>
          </a:p>
        </p:txBody>
      </p:sp>
      <p:sp>
        <p:nvSpPr>
          <p:cNvPr id="10" name="Text 7"/>
          <p:cNvSpPr/>
          <p:nvPr/>
        </p:nvSpPr>
        <p:spPr>
          <a:xfrm>
            <a:off x="7905750" y="4762500"/>
            <a:ext cx="885825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 spc="6" kern="0">
                <a:solidFill>
                  <a:srgbClr val="493C89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Vì</a:t>
            </a:r>
            <a:r>
              <a:rPr lang="en-US" sz="2850" b="1" dirty="0" spc="-1" kern="0">
                <a:solidFill>
                  <a:srgbClr val="493C89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sao</a:t>
            </a:r>
            <a:endParaRPr lang="en-US" sz="2850" dirty="0"/>
          </a:p>
        </p:txBody>
      </p:sp>
      <p:sp>
        <p:nvSpPr>
          <p:cNvPr id="11" name="Text 8"/>
          <p:cNvSpPr/>
          <p:nvPr/>
        </p:nvSpPr>
        <p:spPr>
          <a:xfrm>
            <a:off x="7905750" y="5524500"/>
            <a:ext cx="885825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25" dirty="0" spc="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Cần cùng</a:t>
            </a:r>
            <a:r>
              <a:rPr lang="en-US" sz="2625" dirty="0" spc="15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</a:t>
            </a:r>
            <a:r>
              <a:rPr lang="en-US" sz="2625" dirty="0" spc="8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tượng</a:t>
            </a:r>
            <a:r>
              <a:rPr lang="en-US" sz="2625" dirty="0" spc="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</a:t>
            </a:r>
            <a:r>
              <a:rPr lang="en-US" sz="2625" dirty="0" spc="15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</a:t>
            </a:r>
            <a:r>
              <a:rPr lang="en-US" sz="2625" dirty="0" spc="2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chiếu.</a:t>
            </a:r>
            <a:endParaRPr lang="en-US" sz="2625" dirty="0"/>
          </a:p>
        </p:txBody>
      </p:sp>
      <p:sp>
        <p:nvSpPr>
          <p:cNvPr id="12" name="Text 9"/>
          <p:cNvSpPr/>
          <p:nvPr/>
        </p:nvSpPr>
        <p:spPr>
          <a:xfrm>
            <a:off x="857250" y="7048500"/>
            <a:ext cx="16383000" cy="209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Đáp</a:t>
            </a:r>
            <a:r>
              <a:rPr lang="en-US" sz="2550" dirty="0" spc="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án:</a:t>
            </a:r>
            <a:r>
              <a:rPr lang="en-US" sz="2550" dirty="0" spc="-5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550" dirty="0" spc="-3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mốc</a:t>
            </a:r>
            <a:r>
              <a:rPr lang="en-US" sz="2550" dirty="0" spc="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550" dirty="0" spc="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 chỉ</a:t>
            </a:r>
            <a:r>
              <a:rPr lang="en-US" sz="2550" dirty="0" spc="-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</a:t>
            </a:r>
            <a:r>
              <a:rPr lang="en-US" sz="2550" dirty="0" spc="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chấm</a:t>
            </a:r>
            <a:r>
              <a:rPr lang="en-US" sz="2550" dirty="0" spc="3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dứt</a:t>
            </a:r>
            <a:r>
              <a:rPr lang="en-US" sz="2550" dirty="0" spc="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quan</a:t>
            </a:r>
            <a:r>
              <a:rPr lang="en-US" sz="2550" dirty="0" spc="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hệ cá nhân,</a:t>
            </a:r>
            <a:r>
              <a:rPr lang="en-US" sz="2550" dirty="0" spc="-3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mốc</a:t>
            </a:r>
            <a:r>
              <a:rPr lang="en-US" sz="2550" dirty="0" spc="-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kia</a:t>
            </a:r>
            <a:r>
              <a:rPr lang="en-US" sz="2550" dirty="0" spc="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550" dirty="0" spc="-4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</a:t>
            </a:r>
            <a:r>
              <a:rPr lang="en-US" sz="2550" dirty="0" spc="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rút khỏi phong</a:t>
            </a:r>
            <a:r>
              <a:rPr lang="en-US" sz="2550" dirty="0" spc="-16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trào.</a:t>
            </a:r>
            <a:r>
              <a:rPr lang="en-US" sz="2550" dirty="0" spc="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Muốn</a:t>
            </a:r>
            <a:r>
              <a:rPr lang="en-US" sz="2550" dirty="0" spc="1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đánh</a:t>
            </a:r>
            <a:r>
              <a:rPr lang="en-US" sz="2550" dirty="0" spc="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giá</a:t>
            </a:r>
            <a:r>
              <a:rPr lang="en-US" sz="2550" dirty="0" spc="-2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</a:t>
            </a:r>
            <a:r>
              <a:rPr lang="en-US" sz="2550" dirty="0" spc="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niên</a:t>
            </a:r>
            <a:r>
              <a:rPr lang="en-US" sz="2550" dirty="0" spc="1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đại,</a:t>
            </a:r>
            <a:r>
              <a:rPr lang="en-US" sz="2550" dirty="0" spc="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r>
              <a:rPr lang="en-US" sz="2550" dirty="0" spc="-19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xác</a:t>
            </a:r>
            <a:r>
              <a:rPr lang="en-US" sz="2550" dirty="0" spc="2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r>
              <a:rPr lang="en-US" sz="2550" dirty="0" spc="12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</a:t>
            </a:r>
            <a:r>
              <a:rPr lang="en-US" sz="2550" dirty="0" spc="6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tượng</a:t>
            </a:r>
            <a:r>
              <a:rPr lang="en-US" sz="2550" dirty="0" spc="1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đang</a:t>
            </a:r>
            <a:r>
              <a:rPr lang="en-US" sz="2550" dirty="0" spc="6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550" dirty="0" spc="-12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gọi</a:t>
            </a:r>
            <a:r>
              <a:rPr lang="en-US" sz="2550" dirty="0" spc="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550" dirty="0" spc="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“chia</a:t>
            </a:r>
            <a:r>
              <a:rPr lang="en-US" sz="2550" dirty="0" spc="-6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tách”.</a:t>
            </a:r>
            <a:r>
              <a:rPr lang="en-US" sz="2550" dirty="0" spc="-3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Sai</a:t>
            </a:r>
            <a:r>
              <a:rPr lang="en-US" sz="2550" dirty="0" spc="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lầm</a:t>
            </a:r>
            <a:r>
              <a:rPr lang="en-US" sz="2550" dirty="0" spc="5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thường</a:t>
            </a:r>
            <a:r>
              <a:rPr lang="en-US" sz="2550" dirty="0" spc="-1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gặp</a:t>
            </a:r>
            <a:r>
              <a:rPr lang="en-US" sz="2550" dirty="0" spc="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550" dirty="0" spc="-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coi</a:t>
            </a:r>
            <a:r>
              <a:rPr lang="en-US" sz="2550" dirty="0" spc="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lịch</a:t>
            </a:r>
            <a:r>
              <a:rPr lang="en-US" sz="2550" dirty="0" spc="-4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sử</a:t>
            </a:r>
            <a:r>
              <a:rPr lang="en-US" sz="2550" dirty="0" spc="-2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như</a:t>
            </a:r>
            <a:r>
              <a:rPr lang="en-US" sz="2550" dirty="0" spc="-5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550" dirty="0" spc="-18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ngày</a:t>
            </a:r>
            <a:r>
              <a:rPr lang="en-US" sz="2550" dirty="0" spc="12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đơn</a:t>
            </a:r>
            <a:r>
              <a:rPr lang="en-US" sz="2550" dirty="0" spc="-8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nhất,</a:t>
            </a:r>
            <a:r>
              <a:rPr lang="en-US" sz="2550" dirty="0" spc="-26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rồi</a:t>
            </a:r>
            <a:r>
              <a:rPr lang="en-US" sz="2550" dirty="0" spc="-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chọn</a:t>
            </a:r>
            <a:r>
              <a:rPr lang="en-US" sz="2550" dirty="0" spc="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2550" dirty="0" spc="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550" dirty="0" spc="-19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vẻ</a:t>
            </a:r>
            <a:r>
              <a:rPr lang="en-US" sz="2550" dirty="0" spc="2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uy</a:t>
            </a:r>
            <a:r>
              <a:rPr lang="en-US" sz="2550" dirty="0" spc="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tín</a:t>
            </a:r>
            <a:r>
              <a:rPr lang="en-US" sz="2550" dirty="0" spc="-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</a:t>
            </a:r>
            <a:r>
              <a:rPr lang="en-US" sz="2550" dirty="0" spc="2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mà</a:t>
            </a:r>
            <a:r>
              <a:rPr lang="en-US" sz="2550" dirty="0" spc="6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</a:t>
            </a:r>
            <a:r>
              <a:rPr lang="en-US" sz="2550" dirty="0" spc="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kiểm</a:t>
            </a:r>
            <a:r>
              <a:rPr lang="en-US" sz="2550" dirty="0" spc="-18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xem</a:t>
            </a:r>
            <a:r>
              <a:rPr lang="en-US" sz="2550" dirty="0" spc="-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chúng</a:t>
            </a:r>
            <a:r>
              <a:rPr lang="en-US" sz="2550" dirty="0" spc="1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đang</a:t>
            </a:r>
            <a:r>
              <a:rPr lang="en-US" sz="2550" dirty="0" spc="-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nói</a:t>
            </a:r>
            <a:r>
              <a:rPr lang="en-US" sz="2550" dirty="0" spc="-19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về</a:t>
            </a:r>
            <a:r>
              <a:rPr lang="en-US" sz="2550" dirty="0" spc="-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cùng</a:t>
            </a:r>
            <a:r>
              <a:rPr lang="en-US" sz="2550" dirty="0" spc="-3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sự</a:t>
            </a:r>
            <a:r>
              <a:rPr lang="en-US" sz="2550" dirty="0" spc="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kiện</a:t>
            </a:r>
            <a:r>
              <a:rPr lang="en-US" sz="2550" dirty="0" spc="-1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hay</a:t>
            </a:r>
            <a:r>
              <a:rPr lang="en-US" sz="2550" dirty="0" spc="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không.</a:t>
            </a:r>
            <a:endParaRPr lang="en-US" sz="2550" dirty="0"/>
          </a:p>
        </p:txBody>
      </p:sp>
      <p:sp>
        <p:nvSpPr>
          <p:cNvPr id="13" name="Text 10"/>
          <p:cNvSpPr/>
          <p:nvPr/>
        </p:nvSpPr>
        <p:spPr>
          <a:xfrm>
            <a:off x="762000" y="9525000"/>
            <a:ext cx="16383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25" dirty="0" spc="2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J01</a:t>
            </a:r>
            <a:r>
              <a:rPr lang="en-US" sz="1725" dirty="0" spc="-1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K1 ·</a:t>
            </a:r>
            <a:r>
              <a:rPr lang="en-US" sz="1725" dirty="0" spc="-2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[S2;</a:t>
            </a:r>
            <a:r>
              <a:rPr lang="en-US" sz="1725" dirty="0" spc="0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S5]</a:t>
            </a:r>
            <a:endParaRPr lang="en-US" sz="1725" dirty="0"/>
          </a:p>
        </p:txBody>
      </p:sp>
      <p:sp>
        <p:nvSpPr>
          <p:cNvPr id="14" name="Text 11"/>
          <p:cNvSpPr/>
          <p:nvPr/>
        </p:nvSpPr>
        <p:spPr>
          <a:xfrm>
            <a:off x="762000" y="9953625"/>
            <a:ext cx="157162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2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J01</a:t>
            </a:r>
            <a:r>
              <a:rPr lang="en-US" sz="1650" dirty="0" spc="0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Visual edition</a:t>
            </a:r>
            <a:r>
              <a:rPr lang="en-US" sz="1650" dirty="0" spc="1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5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34/40</a:t>
            </a:r>
            <a:endParaRPr lang="en-US" sz="1650" dirty="0"/>
          </a:p>
        </p:txBody>
      </p:sp>
      <p:sp>
        <p:nvSpPr>
          <p:cNvPr id="15" name="Shape 1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6" name="Moda image moda-export-watermark-7885fcb4-aea9-478e-8ab8-548f0945f3af" descr="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76250"/>
            <a:ext cx="153352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❓ K · KNOWLEDGE CHECK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762000" y="1143000"/>
            <a:ext cx="16764000" cy="1476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500" b="1" dirty="0" spc="1" kern="0">
                <a:solidFill>
                  <a:srgbClr val="20242A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Câu</a:t>
            </a:r>
            <a:r>
              <a:rPr lang="en-US" sz="4500" b="1" dirty="0" spc="2" kern="0">
                <a:solidFill>
                  <a:srgbClr val="20242A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2</a:t>
            </a:r>
            <a:r>
              <a:rPr lang="en-US" sz="4500" b="1" dirty="0" spc="3" kern="0">
                <a:solidFill>
                  <a:srgbClr val="20242A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· Có</a:t>
            </a:r>
            <a:r>
              <a:rPr lang="en-US" sz="4500" b="1" dirty="0" spc="-17" kern="0">
                <a:solidFill>
                  <a:srgbClr val="20242A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lời</a:t>
            </a:r>
            <a:r>
              <a:rPr lang="en-US" sz="4500" b="1" dirty="0" spc="3" kern="0">
                <a:solidFill>
                  <a:srgbClr val="20242A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cáo</a:t>
            </a:r>
            <a:r>
              <a:rPr lang="en-US" sz="4500" b="1" dirty="0" spc="7" kern="0">
                <a:solidFill>
                  <a:srgbClr val="20242A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buộc</a:t>
            </a:r>
            <a:r>
              <a:rPr lang="en-US" sz="4500" b="1" dirty="0" spc="1" kern="0">
                <a:solidFill>
                  <a:srgbClr val="20242A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nghĩa</a:t>
            </a:r>
            <a:r>
              <a:rPr lang="en-US" sz="4500" b="1" dirty="0" spc="-1" kern="0">
                <a:solidFill>
                  <a:srgbClr val="20242A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là</a:t>
            </a:r>
            <a:r>
              <a:rPr lang="en-US" sz="4500" b="1" dirty="0" spc="3" kern="0">
                <a:solidFill>
                  <a:srgbClr val="20242A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cáo</a:t>
            </a:r>
            <a:r>
              <a:rPr lang="en-US" sz="4500" b="1" dirty="0" spc="7" kern="0">
                <a:solidFill>
                  <a:srgbClr val="20242A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buộc</a:t>
            </a:r>
            <a:r>
              <a:rPr lang="en-US" sz="4500" b="1" dirty="0" spc="4" kern="0">
                <a:solidFill>
                  <a:srgbClr val="20242A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đúng?</a:t>
            </a:r>
            <a:endParaRPr lang="en-US" sz="4500" dirty="0"/>
          </a:p>
        </p:txBody>
      </p:sp>
      <p:pic>
        <p:nvPicPr>
          <p:cNvPr id="4" name="Moda flattened rect-1792822613935-471080373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602075" y="409575"/>
            <a:ext cx="590550" cy="59055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62000" y="2714625"/>
            <a:ext cx="1047750" cy="809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b="1" dirty="0" spc="-19" kern="0">
                <a:solidFill>
                  <a:srgbClr val="493C89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01</a:t>
            </a:r>
            <a:endParaRPr lang="en-US" sz="4800" dirty="0"/>
          </a:p>
        </p:txBody>
      </p:sp>
      <p:sp>
        <p:nvSpPr>
          <p:cNvPr id="6" name="Shape 3"/>
          <p:cNvSpPr/>
          <p:nvPr/>
        </p:nvSpPr>
        <p:spPr>
          <a:xfrm>
            <a:off x="762000" y="3762375"/>
            <a:ext cx="5238750" cy="2476500"/>
          </a:xfrm>
          <a:prstGeom prst="roundRect">
            <a:avLst>
              <a:gd name="adj" fmla="val 4615"/>
            </a:avLst>
          </a:prstGeom>
          <a:solidFill>
            <a:srgbClr val="EDE8F5"/>
          </a:solidFill>
          <a:ln/>
        </p:spPr>
      </p:sp>
      <p:sp>
        <p:nvSpPr>
          <p:cNvPr id="7" name="Text 4"/>
          <p:cNvSpPr/>
          <p:nvPr/>
        </p:nvSpPr>
        <p:spPr>
          <a:xfrm>
            <a:off x="1047750" y="4000500"/>
            <a:ext cx="4667250" cy="809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2" kern="0">
                <a:solidFill>
                  <a:srgbClr val="493C89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Dữ</a:t>
            </a:r>
            <a:r>
              <a:rPr lang="en-US" sz="2550" b="1" dirty="0" spc="0" kern="0">
                <a:solidFill>
                  <a:srgbClr val="493C89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kiện</a:t>
            </a:r>
            <a:endParaRPr lang="en-US" sz="2550" dirty="0"/>
          </a:p>
        </p:txBody>
      </p:sp>
      <p:sp>
        <p:nvSpPr>
          <p:cNvPr id="8" name="Text 5"/>
          <p:cNvSpPr/>
          <p:nvPr/>
        </p:nvSpPr>
        <p:spPr>
          <a:xfrm>
            <a:off x="1047750" y="5048250"/>
            <a:ext cx="466725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Có</a:t>
            </a:r>
            <a:r>
              <a:rPr lang="en-US" sz="2550" dirty="0" spc="-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r>
              <a:rPr lang="en-US" sz="2550" dirty="0" spc="-16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trách</a:t>
            </a:r>
            <a:r>
              <a:rPr lang="en-US" sz="2550" dirty="0" spc="-17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550" dirty="0" spc="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thư.</a:t>
            </a:r>
            <a:endParaRPr lang="en-US" sz="2550" dirty="0"/>
          </a:p>
        </p:txBody>
      </p:sp>
      <p:sp>
        <p:nvSpPr>
          <p:cNvPr id="9" name="Text 6"/>
          <p:cNvSpPr/>
          <p:nvPr/>
        </p:nvSpPr>
        <p:spPr>
          <a:xfrm>
            <a:off x="6381750" y="2714625"/>
            <a:ext cx="1047750" cy="809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b="1" dirty="0" spc="-10" kern="0">
                <a:solidFill>
                  <a:srgbClr val="493C89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02</a:t>
            </a:r>
            <a:endParaRPr lang="en-US" sz="4800" dirty="0"/>
          </a:p>
        </p:txBody>
      </p:sp>
      <p:sp>
        <p:nvSpPr>
          <p:cNvPr id="10" name="Shape 7"/>
          <p:cNvSpPr/>
          <p:nvPr/>
        </p:nvSpPr>
        <p:spPr>
          <a:xfrm>
            <a:off x="6381750" y="3762375"/>
            <a:ext cx="5238750" cy="2476500"/>
          </a:xfrm>
          <a:prstGeom prst="roundRect">
            <a:avLst>
              <a:gd name="adj" fmla="val 4615"/>
            </a:avLst>
          </a:prstGeom>
          <a:solidFill>
            <a:srgbClr val="EDE8F5"/>
          </a:solidFill>
          <a:ln/>
        </p:spPr>
      </p:sp>
      <p:sp>
        <p:nvSpPr>
          <p:cNvPr id="11" name="Text 8"/>
          <p:cNvSpPr/>
          <p:nvPr/>
        </p:nvSpPr>
        <p:spPr>
          <a:xfrm>
            <a:off x="6667500" y="4000500"/>
            <a:ext cx="4667250" cy="809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-40" kern="0">
                <a:solidFill>
                  <a:srgbClr val="493C89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Bước</a:t>
            </a:r>
            <a:r>
              <a:rPr lang="en-US" sz="2550" b="1" dirty="0" spc="-2" kern="0">
                <a:solidFill>
                  <a:srgbClr val="493C89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suy</a:t>
            </a:r>
            <a:r>
              <a:rPr lang="en-US" sz="2550" b="1" dirty="0" spc="1" kern="0">
                <a:solidFill>
                  <a:srgbClr val="493C89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thêm</a:t>
            </a:r>
            <a:endParaRPr lang="en-US" sz="2550" dirty="0"/>
          </a:p>
        </p:txBody>
      </p:sp>
      <p:sp>
        <p:nvSpPr>
          <p:cNvPr id="12" name="Text 9"/>
          <p:cNvSpPr/>
          <p:nvPr/>
        </p:nvSpPr>
        <p:spPr>
          <a:xfrm>
            <a:off x="6667500" y="5048250"/>
            <a:ext cx="466725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Coi</a:t>
            </a:r>
            <a:r>
              <a:rPr lang="en-US" sz="2550" dirty="0" spc="-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nội</a:t>
            </a:r>
            <a:r>
              <a:rPr lang="en-US" sz="2550" dirty="0" spc="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dung</a:t>
            </a:r>
            <a:r>
              <a:rPr lang="en-US" sz="2550" dirty="0" spc="18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2550" dirty="0" spc="6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550" dirty="0" spc="-18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xác</a:t>
            </a:r>
            <a:r>
              <a:rPr lang="en-US" sz="2550" dirty="0" spc="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nhận.</a:t>
            </a:r>
            <a:endParaRPr lang="en-US" sz="2550" dirty="0"/>
          </a:p>
        </p:txBody>
      </p:sp>
      <p:sp>
        <p:nvSpPr>
          <p:cNvPr id="13" name="Text 10"/>
          <p:cNvSpPr/>
          <p:nvPr/>
        </p:nvSpPr>
        <p:spPr>
          <a:xfrm>
            <a:off x="12001500" y="2714625"/>
            <a:ext cx="1047750" cy="809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b="1" dirty="0" spc="-15" kern="0">
                <a:solidFill>
                  <a:srgbClr val="493C89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03</a:t>
            </a:r>
            <a:endParaRPr lang="en-US" sz="4800" dirty="0"/>
          </a:p>
        </p:txBody>
      </p:sp>
      <p:sp>
        <p:nvSpPr>
          <p:cNvPr id="14" name="Shape 11"/>
          <p:cNvSpPr/>
          <p:nvPr/>
        </p:nvSpPr>
        <p:spPr>
          <a:xfrm>
            <a:off x="12001500" y="3762375"/>
            <a:ext cx="5238750" cy="2476500"/>
          </a:xfrm>
          <a:prstGeom prst="roundRect">
            <a:avLst>
              <a:gd name="adj" fmla="val 4615"/>
            </a:avLst>
          </a:prstGeom>
          <a:solidFill>
            <a:srgbClr val="EDE8F5"/>
          </a:solidFill>
          <a:ln/>
        </p:spPr>
      </p:sp>
      <p:sp>
        <p:nvSpPr>
          <p:cNvPr id="15" name="Text 12"/>
          <p:cNvSpPr/>
          <p:nvPr/>
        </p:nvSpPr>
        <p:spPr>
          <a:xfrm>
            <a:off x="12287250" y="4000500"/>
            <a:ext cx="4667250" cy="809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-1" kern="0">
                <a:solidFill>
                  <a:srgbClr val="493C89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Cần</a:t>
            </a:r>
            <a:r>
              <a:rPr lang="en-US" sz="2550" b="1" dirty="0" spc="1" kern="0">
                <a:solidFill>
                  <a:srgbClr val="493C89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làm</a:t>
            </a:r>
            <a:endParaRPr lang="en-US" sz="2550" dirty="0"/>
          </a:p>
        </p:txBody>
      </p:sp>
      <p:sp>
        <p:nvSpPr>
          <p:cNvPr id="16" name="Text 13"/>
          <p:cNvSpPr/>
          <p:nvPr/>
        </p:nvSpPr>
        <p:spPr>
          <a:xfrm>
            <a:off x="12287250" y="5048250"/>
            <a:ext cx="466725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5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Đọc</a:t>
            </a:r>
            <a:r>
              <a:rPr lang="en-US" sz="2550" dirty="0" spc="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phản</a:t>
            </a:r>
            <a:r>
              <a:rPr lang="en-US" sz="2550" dirty="0" spc="-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hồi</a:t>
            </a:r>
            <a:r>
              <a:rPr lang="en-US" sz="2550" dirty="0" spc="-19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dirty="0" spc="13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</a:t>
            </a:r>
            <a:r>
              <a:rPr lang="en-US" sz="2550" dirty="0" spc="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chiếu.</a:t>
            </a:r>
            <a:endParaRPr lang="en-US" sz="2550" dirty="0"/>
          </a:p>
        </p:txBody>
      </p:sp>
      <p:sp>
        <p:nvSpPr>
          <p:cNvPr id="17" name="Text 14"/>
          <p:cNvSpPr/>
          <p:nvPr/>
        </p:nvSpPr>
        <p:spPr>
          <a:xfrm>
            <a:off x="857250" y="7048500"/>
            <a:ext cx="16383000" cy="209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Đáp</a:t>
            </a:r>
            <a:r>
              <a:rPr lang="en-US" sz="2550" dirty="0" spc="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án: không.</a:t>
            </a:r>
            <a:r>
              <a:rPr lang="en-US" sz="2550" dirty="0" spc="-6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550" dirty="0" spc="8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bức</a:t>
            </a:r>
            <a:r>
              <a:rPr lang="en-US" sz="2550" dirty="0" spc="-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</a:t>
            </a:r>
            <a:r>
              <a:rPr lang="en-US" sz="2550" dirty="0" spc="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550" dirty="0" spc="2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r>
              <a:rPr lang="en-US" sz="2550" dirty="0" spc="-19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xác</a:t>
            </a:r>
            <a:r>
              <a:rPr lang="en-US" sz="2550" dirty="0" spc="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 Jung</a:t>
            </a:r>
            <a:r>
              <a:rPr lang="en-US" sz="2550" dirty="0" spc="19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2550" dirty="0" spc="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nêu</a:t>
            </a:r>
            <a:r>
              <a:rPr lang="en-US" sz="2550" dirty="0" spc="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r>
              <a:rPr lang="en-US" sz="2550" dirty="0" spc="-14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trách,</a:t>
            </a:r>
            <a:r>
              <a:rPr lang="en-US" sz="2550" dirty="0" spc="15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nhưng</a:t>
            </a:r>
            <a:r>
              <a:rPr lang="en-US" sz="2550" dirty="0" spc="6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</a:t>
            </a:r>
            <a:r>
              <a:rPr lang="en-US" sz="2550" dirty="0" spc="-17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quyết</a:t>
            </a:r>
            <a:r>
              <a:rPr lang="en-US" sz="2550" dirty="0" spc="2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r>
              <a:rPr lang="en-US" sz="2550" dirty="0" spc="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tính</a:t>
            </a:r>
            <a:r>
              <a:rPr lang="en-US" sz="2550" dirty="0" spc="-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đúng của</a:t>
            </a:r>
            <a:r>
              <a:rPr lang="en-US" sz="2550" dirty="0" spc="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mọi</a:t>
            </a:r>
            <a:r>
              <a:rPr lang="en-US" sz="2550" dirty="0" spc="-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nội</a:t>
            </a:r>
            <a:r>
              <a:rPr lang="en-US" sz="2550" dirty="0" spc="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dung. Cần</a:t>
            </a:r>
            <a:r>
              <a:rPr lang="en-US" sz="2550" dirty="0" spc="1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2550" dirty="0" spc="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phản</a:t>
            </a:r>
            <a:r>
              <a:rPr lang="en-US" sz="2550" dirty="0" spc="-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hồi</a:t>
            </a:r>
            <a:r>
              <a:rPr lang="en-US" sz="2550" dirty="0" spc="-19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dirty="0" spc="2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tìm</a:t>
            </a:r>
            <a:r>
              <a:rPr lang="en-US" sz="2550" dirty="0" spc="-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tư</a:t>
            </a:r>
            <a:r>
              <a:rPr lang="en-US" sz="2550" dirty="0" spc="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 kiểm</a:t>
            </a:r>
            <a:r>
              <a:rPr lang="en-US" sz="2550" dirty="0" spc="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</a:t>
            </a:r>
            <a:r>
              <a:rPr lang="en-US" sz="2550" dirty="0" spc="-2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tiết.</a:t>
            </a:r>
            <a:r>
              <a:rPr lang="en-US" sz="2550" dirty="0" spc="-3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Sai</a:t>
            </a:r>
            <a:r>
              <a:rPr lang="en-US" sz="2550" dirty="0" spc="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lầm là</a:t>
            </a:r>
            <a:r>
              <a:rPr lang="en-US" sz="2550" dirty="0" spc="-12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chuyển</a:t>
            </a:r>
            <a:r>
              <a:rPr lang="en-US" sz="2550" dirty="0" spc="-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2550" dirty="0" spc="5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“người</a:t>
            </a:r>
            <a:r>
              <a:rPr lang="en-US" sz="2550" dirty="0" spc="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</a:t>
            </a:r>
            <a:r>
              <a:rPr lang="en-US" sz="2550" dirty="0" spc="-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nói X”</a:t>
            </a:r>
            <a:r>
              <a:rPr lang="en-US" sz="2550" dirty="0" spc="-6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sang</a:t>
            </a:r>
            <a:r>
              <a:rPr lang="en-US" sz="2550" dirty="0" spc="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“X là</a:t>
            </a:r>
            <a:r>
              <a:rPr lang="en-US" sz="2550" dirty="0" spc="-33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2550" dirty="0" spc="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luận</a:t>
            </a:r>
            <a:r>
              <a:rPr lang="en-US" sz="2550" dirty="0" spc="-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550" dirty="0" spc="5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550" dirty="0" spc="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nghiên</a:t>
            </a:r>
            <a:r>
              <a:rPr lang="en-US" sz="2550" dirty="0" spc="13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cứu”.</a:t>
            </a:r>
            <a:r>
              <a:rPr lang="en-US" sz="2550" dirty="0" spc="-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</a:t>
            </a:r>
            <a:r>
              <a:rPr lang="en-US" sz="2550" dirty="0" spc="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chắc</a:t>
            </a:r>
            <a:r>
              <a:rPr lang="en-US" sz="2550" dirty="0" spc="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chắn</a:t>
            </a:r>
            <a:r>
              <a:rPr lang="en-US" sz="2550" dirty="0" spc="-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r>
              <a:rPr lang="en-US" sz="2550" dirty="0" spc="34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</a:t>
            </a:r>
            <a:r>
              <a:rPr lang="en-US" sz="2550" dirty="0" spc="-2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 loại</a:t>
            </a:r>
            <a:r>
              <a:rPr lang="en-US" sz="2550" dirty="0" spc="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claim:</a:t>
            </a:r>
            <a:r>
              <a:rPr lang="en-US" sz="2550" dirty="0" spc="-9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phát</a:t>
            </a:r>
            <a:r>
              <a:rPr lang="en-US" sz="2550" dirty="0" spc="-1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ngôn</a:t>
            </a:r>
            <a:r>
              <a:rPr lang="en-US" sz="2550" dirty="0" spc="-19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dirty="0" spc="-4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sự</a:t>
            </a:r>
            <a:r>
              <a:rPr lang="en-US" sz="2550" dirty="0" spc="-3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</a:t>
            </a:r>
            <a:r>
              <a:rPr lang="en-US" sz="2550" dirty="0" spc="6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550" dirty="0" spc="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cáo</a:t>
            </a:r>
            <a:r>
              <a:rPr lang="en-US" sz="2550" dirty="0" spc="-2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buộc</a:t>
            </a:r>
            <a:r>
              <a:rPr lang="en-US" sz="2550" dirty="0" spc="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550" dirty="0" spc="-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</a:t>
            </a:r>
            <a:r>
              <a:rPr lang="en-US" sz="2550" dirty="0" spc="12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</a:t>
            </a:r>
            <a:r>
              <a:rPr lang="en-US" sz="2550" dirty="0" spc="6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tượng</a:t>
            </a:r>
            <a:r>
              <a:rPr lang="en-US" sz="2550" dirty="0" spc="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 nhau.</a:t>
            </a:r>
            <a:endParaRPr lang="en-US" sz="2550" dirty="0"/>
          </a:p>
        </p:txBody>
      </p:sp>
      <p:sp>
        <p:nvSpPr>
          <p:cNvPr id="18" name="Text 15"/>
          <p:cNvSpPr/>
          <p:nvPr/>
        </p:nvSpPr>
        <p:spPr>
          <a:xfrm>
            <a:off x="762000" y="9525000"/>
            <a:ext cx="16383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25" dirty="0" spc="2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J01</a:t>
            </a:r>
            <a:r>
              <a:rPr lang="en-US" sz="1725" dirty="0" spc="-3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K2</a:t>
            </a:r>
            <a:r>
              <a:rPr lang="en-US" sz="1725" dirty="0" spc="0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 [S4–S5]</a:t>
            </a:r>
            <a:endParaRPr lang="en-US" sz="1725" dirty="0"/>
          </a:p>
        </p:txBody>
      </p:sp>
      <p:sp>
        <p:nvSpPr>
          <p:cNvPr id="19" name="Text 16"/>
          <p:cNvSpPr/>
          <p:nvPr/>
        </p:nvSpPr>
        <p:spPr>
          <a:xfrm>
            <a:off x="762000" y="9953625"/>
            <a:ext cx="157162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2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J01</a:t>
            </a:r>
            <a:r>
              <a:rPr lang="en-US" sz="1650" dirty="0" spc="0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Visual edition</a:t>
            </a:r>
            <a:r>
              <a:rPr lang="en-US" sz="1650" dirty="0" spc="1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5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35/40</a:t>
            </a:r>
            <a:endParaRPr lang="en-US" sz="1650" dirty="0"/>
          </a:p>
        </p:txBody>
      </p:sp>
      <p:sp>
        <p:nvSpPr>
          <p:cNvPr id="20" name="Shape 17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1" name="Moda image moda-export-watermark-41ff6b36-f3ec-4908-88d8-e41715ac6b12" descr="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76250"/>
            <a:ext cx="153352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❓ K · KNOWLEDGE CHECK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762000" y="1143000"/>
            <a:ext cx="16764000" cy="1476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500" b="1" dirty="0" spc="1" kern="0">
                <a:solidFill>
                  <a:srgbClr val="20242A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Câu</a:t>
            </a:r>
            <a:r>
              <a:rPr lang="en-US" sz="4500" b="1" dirty="0" spc="3" kern="0">
                <a:solidFill>
                  <a:srgbClr val="20242A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3 · Có biên</a:t>
            </a:r>
            <a:r>
              <a:rPr lang="en-US" sz="4500" b="1" dirty="0" spc="-6" kern="0">
                <a:solidFill>
                  <a:srgbClr val="20242A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tập</a:t>
            </a:r>
            <a:r>
              <a:rPr lang="en-US" sz="4500" b="1" dirty="0" spc="-9" kern="0">
                <a:solidFill>
                  <a:srgbClr val="20242A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thì</a:t>
            </a:r>
            <a:r>
              <a:rPr lang="en-US" sz="4500" b="1" dirty="0" spc="1" kern="0">
                <a:solidFill>
                  <a:srgbClr val="20242A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tự</a:t>
            </a:r>
            <a:r>
              <a:rPr lang="en-US" sz="4500" b="1" dirty="0" spc="-2" kern="0">
                <a:solidFill>
                  <a:srgbClr val="20242A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thuật</a:t>
            </a:r>
            <a:r>
              <a:rPr lang="en-US" sz="4500" b="1" dirty="0" spc="-45" kern="0">
                <a:solidFill>
                  <a:srgbClr val="20242A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vô</a:t>
            </a:r>
            <a:r>
              <a:rPr lang="en-US" sz="4500" b="1" dirty="0" spc="-1" kern="0">
                <a:solidFill>
                  <a:srgbClr val="20242A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dụng?</a:t>
            </a:r>
            <a:endParaRPr lang="en-US" sz="4500" dirty="0"/>
          </a:p>
        </p:txBody>
      </p:sp>
      <p:pic>
        <p:nvPicPr>
          <p:cNvPr id="4" name="Moda flattened rect-1792822616813-122860694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602075" y="409575"/>
            <a:ext cx="590550" cy="59055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62000" y="2857500"/>
            <a:ext cx="5715000" cy="3476625"/>
          </a:xfrm>
          <a:prstGeom prst="roundRect">
            <a:avLst>
              <a:gd name="adj" fmla="val 3288"/>
            </a:avLst>
          </a:prstGeom>
          <a:solidFill>
            <a:srgbClr val="EDE8F5"/>
          </a:solidFill>
          <a:ln/>
        </p:spPr>
      </p:sp>
      <p:sp>
        <p:nvSpPr>
          <p:cNvPr id="6" name="Text 3"/>
          <p:cNvSpPr/>
          <p:nvPr/>
        </p:nvSpPr>
        <p:spPr>
          <a:xfrm>
            <a:off x="1143000" y="3286125"/>
            <a:ext cx="49530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 spc="-1" kern="0">
                <a:solidFill>
                  <a:srgbClr val="493C89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Giữ</a:t>
            </a:r>
            <a:r>
              <a:rPr lang="en-US" sz="3000" b="1" dirty="0" spc="1" kern="0">
                <a:solidFill>
                  <a:srgbClr val="493C89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giá trị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1143000" y="4429125"/>
            <a:ext cx="4953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75" dirty="0" spc="-3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</a:t>
            </a:r>
            <a:r>
              <a:rPr lang="en-US" sz="2775" dirty="0" spc="-18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về</a:t>
            </a:r>
            <a:r>
              <a:rPr lang="en-US" sz="2775" dirty="0" spc="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hồi</a:t>
            </a:r>
            <a:r>
              <a:rPr lang="en-US" sz="2775" dirty="0" spc="6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tưởng</a:t>
            </a:r>
            <a:r>
              <a:rPr lang="en-US" sz="2775" dirty="0" spc="-19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775" dirty="0" spc="1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</a:t>
            </a:r>
            <a:r>
              <a:rPr lang="en-US" sz="2775" dirty="0" spc="-9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bày.</a:t>
            </a:r>
            <a:endParaRPr lang="en-US" sz="2775" dirty="0"/>
          </a:p>
        </p:txBody>
      </p:sp>
      <p:sp>
        <p:nvSpPr>
          <p:cNvPr id="8" name="Text 5"/>
          <p:cNvSpPr/>
          <p:nvPr/>
        </p:nvSpPr>
        <p:spPr>
          <a:xfrm>
            <a:off x="7905750" y="3095625"/>
            <a:ext cx="885825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 spc="-1" kern="0">
                <a:solidFill>
                  <a:srgbClr val="493C89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Thêm</a:t>
            </a:r>
            <a:r>
              <a:rPr lang="en-US" sz="2850" b="1" dirty="0" spc="-2" kern="0">
                <a:solidFill>
                  <a:srgbClr val="493C89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câu hỏi</a:t>
            </a:r>
            <a:endParaRPr lang="en-US" sz="2850" dirty="0"/>
          </a:p>
        </p:txBody>
      </p:sp>
      <p:sp>
        <p:nvSpPr>
          <p:cNvPr id="9" name="Text 6"/>
          <p:cNvSpPr/>
          <p:nvPr/>
        </p:nvSpPr>
        <p:spPr>
          <a:xfrm>
            <a:off x="7905750" y="3857625"/>
            <a:ext cx="885825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25" dirty="0" spc="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Ai</a:t>
            </a:r>
            <a:r>
              <a:rPr lang="en-US" sz="2625" dirty="0" spc="2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chọn</a:t>
            </a:r>
            <a:r>
              <a:rPr lang="en-US" sz="2625" dirty="0" spc="-16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625" dirty="0" spc="2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biên</a:t>
            </a:r>
            <a:r>
              <a:rPr lang="en-US" sz="2625" dirty="0" spc="-9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tập?</a:t>
            </a:r>
            <a:endParaRPr lang="en-US" sz="2625" dirty="0"/>
          </a:p>
        </p:txBody>
      </p:sp>
      <p:sp>
        <p:nvSpPr>
          <p:cNvPr id="10" name="Text 7"/>
          <p:cNvSpPr/>
          <p:nvPr/>
        </p:nvSpPr>
        <p:spPr>
          <a:xfrm>
            <a:off x="7905750" y="4762500"/>
            <a:ext cx="885825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 spc="-16" kern="0">
                <a:solidFill>
                  <a:srgbClr val="493C89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Giới</a:t>
            </a:r>
            <a:r>
              <a:rPr lang="en-US" sz="2850" b="1" dirty="0" spc="0" kern="0">
                <a:solidFill>
                  <a:srgbClr val="493C89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hạn</a:t>
            </a:r>
            <a:endParaRPr lang="en-US" sz="2850" dirty="0"/>
          </a:p>
        </p:txBody>
      </p:sp>
      <p:sp>
        <p:nvSpPr>
          <p:cNvPr id="11" name="Text 8"/>
          <p:cNvSpPr/>
          <p:nvPr/>
        </p:nvSpPr>
        <p:spPr>
          <a:xfrm>
            <a:off x="7905750" y="5524500"/>
            <a:ext cx="885825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25" dirty="0" spc="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2625" dirty="0" spc="9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cửa</a:t>
            </a:r>
            <a:r>
              <a:rPr lang="en-US" sz="2625" dirty="0" spc="-9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sổ</a:t>
            </a:r>
            <a:r>
              <a:rPr lang="en-US" sz="2625" dirty="0" spc="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625" dirty="0" spc="2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trung gian.</a:t>
            </a:r>
            <a:endParaRPr lang="en-US" sz="2625" dirty="0"/>
          </a:p>
        </p:txBody>
      </p:sp>
      <p:sp>
        <p:nvSpPr>
          <p:cNvPr id="12" name="Text 9"/>
          <p:cNvSpPr/>
          <p:nvPr/>
        </p:nvSpPr>
        <p:spPr>
          <a:xfrm>
            <a:off x="857250" y="7048500"/>
            <a:ext cx="16383000" cy="209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Đáp</a:t>
            </a:r>
            <a:r>
              <a:rPr lang="en-US" sz="2550" dirty="0" spc="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án: không.</a:t>
            </a:r>
            <a:r>
              <a:rPr lang="en-US" sz="2550" dirty="0" spc="2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2550" dirty="0" spc="-15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vẫn</a:t>
            </a:r>
            <a:r>
              <a:rPr lang="en-US" sz="2550" dirty="0" spc="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 giá</a:t>
            </a:r>
            <a:r>
              <a:rPr lang="en-US" sz="2550" dirty="0" spc="15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trị</a:t>
            </a:r>
            <a:r>
              <a:rPr lang="en-US" sz="2550" dirty="0" spc="-19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về</a:t>
            </a:r>
            <a:r>
              <a:rPr lang="en-US" sz="2550" dirty="0" spc="-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hồi</a:t>
            </a:r>
            <a:r>
              <a:rPr lang="en-US" sz="2550" dirty="0" spc="5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tưởng,</a:t>
            </a:r>
            <a:r>
              <a:rPr lang="en-US" sz="2550" dirty="0" spc="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cách tự</a:t>
            </a:r>
            <a:r>
              <a:rPr lang="en-US" sz="2550" dirty="0" spc="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hiểu</a:t>
            </a:r>
            <a:r>
              <a:rPr lang="en-US" sz="2550" dirty="0" spc="-19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dirty="0" spc="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cách</a:t>
            </a:r>
            <a:r>
              <a:rPr lang="en-US" sz="2550" dirty="0" spc="-12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tác</a:t>
            </a:r>
            <a:r>
              <a:rPr lang="en-US" sz="2550" dirty="0" spc="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</a:t>
            </a:r>
            <a:r>
              <a:rPr lang="en-US" sz="2550" dirty="0" spc="6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550" dirty="0" spc="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giới</a:t>
            </a:r>
            <a:r>
              <a:rPr lang="en-US" sz="2550" dirty="0" spc="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thiệu,</a:t>
            </a:r>
            <a:r>
              <a:rPr lang="en-US" sz="2550" dirty="0" spc="15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nhưng</a:t>
            </a:r>
            <a:r>
              <a:rPr lang="en-US" sz="2550" dirty="0" spc="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2550" dirty="0" spc="-4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biết</a:t>
            </a:r>
            <a:r>
              <a:rPr lang="en-US" sz="2550" dirty="0" spc="-2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ai</a:t>
            </a:r>
            <a:r>
              <a:rPr lang="en-US" sz="2550" dirty="0" spc="2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</a:t>
            </a:r>
            <a:r>
              <a:rPr lang="en-US" sz="2550" dirty="0" spc="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thập,</a:t>
            </a:r>
            <a:r>
              <a:rPr lang="en-US" sz="2550" dirty="0" spc="-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chọn</a:t>
            </a:r>
            <a:r>
              <a:rPr lang="en-US" sz="2550" dirty="0" spc="-19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dirty="0" spc="-16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tổ</a:t>
            </a:r>
            <a:r>
              <a:rPr lang="en-US" sz="2550" dirty="0" spc="7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chức</a:t>
            </a:r>
            <a:r>
              <a:rPr lang="en-US" sz="2550" dirty="0" spc="-15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văn</a:t>
            </a:r>
            <a:r>
              <a:rPr lang="en-US" sz="2550" dirty="0" spc="-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bản.</a:t>
            </a:r>
            <a:r>
              <a:rPr lang="en-US" sz="2550" dirty="0" spc="2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Câu</a:t>
            </a:r>
            <a:r>
              <a:rPr lang="en-US" sz="2550" dirty="0" spc="-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</a:t>
            </a:r>
            <a:r>
              <a:rPr lang="en-US" sz="2550" dirty="0" spc="-2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phù</a:t>
            </a:r>
            <a:r>
              <a:rPr lang="en-US" sz="2550" dirty="0" spc="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hợp không phải</a:t>
            </a:r>
            <a:r>
              <a:rPr lang="en-US" sz="2550" dirty="0" spc="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 “có</a:t>
            </a:r>
            <a:r>
              <a:rPr lang="en-US" sz="2550" dirty="0" spc="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tin</a:t>
            </a:r>
            <a:r>
              <a:rPr lang="en-US" sz="2550" dirty="0" spc="-1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hay</a:t>
            </a:r>
            <a:r>
              <a:rPr lang="en-US" sz="2550" dirty="0" spc="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không”,</a:t>
            </a:r>
            <a:r>
              <a:rPr lang="en-US" sz="2550" dirty="0" spc="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mà</a:t>
            </a:r>
            <a:r>
              <a:rPr lang="en-US" sz="2550" dirty="0" spc="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550" dirty="0" spc="2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“có</a:t>
            </a:r>
            <a:r>
              <a:rPr lang="en-US" sz="2550" dirty="0" spc="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r>
              <a:rPr lang="en-US" sz="2550" dirty="0" spc="-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2550" dirty="0" spc="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2550" dirty="0" spc="-1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này</a:t>
            </a:r>
            <a:r>
              <a:rPr lang="en-US" sz="2550" dirty="0" spc="-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550" dirty="0" spc="-33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2550" dirty="0" spc="2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luận</a:t>
            </a:r>
            <a:r>
              <a:rPr lang="en-US" sz="2550" dirty="0" spc="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nào”.</a:t>
            </a:r>
            <a:r>
              <a:rPr lang="en-US" sz="2550" dirty="0" spc="-2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Sai</a:t>
            </a:r>
            <a:r>
              <a:rPr lang="en-US" sz="2550" dirty="0" spc="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lầm</a:t>
            </a:r>
            <a:r>
              <a:rPr lang="en-US" sz="2550" dirty="0" spc="5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thường</a:t>
            </a:r>
            <a:r>
              <a:rPr lang="en-US" sz="2550" dirty="0" spc="-1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gặp</a:t>
            </a:r>
            <a:r>
              <a:rPr lang="en-US" sz="2550" dirty="0" spc="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550" dirty="0" spc="-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coi</a:t>
            </a:r>
            <a:r>
              <a:rPr lang="en-US" sz="2550" dirty="0" spc="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mọi</a:t>
            </a:r>
            <a:r>
              <a:rPr lang="en-US" sz="2550" dirty="0" spc="2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trung</a:t>
            </a:r>
            <a:r>
              <a:rPr lang="en-US" sz="2550" dirty="0" spc="-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gian</a:t>
            </a:r>
            <a:r>
              <a:rPr lang="en-US" sz="2550" dirty="0" spc="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r>
              <a:rPr lang="en-US" sz="2550" dirty="0" spc="-1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mất</a:t>
            </a:r>
            <a:r>
              <a:rPr lang="en-US" sz="2550" dirty="0" spc="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giá</a:t>
            </a:r>
            <a:r>
              <a:rPr lang="en-US" sz="2550" dirty="0" spc="1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trị,</a:t>
            </a:r>
            <a:r>
              <a:rPr lang="en-US" sz="2550" dirty="0" spc="-2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hoặc</a:t>
            </a:r>
            <a:r>
              <a:rPr lang="en-US" sz="2550" dirty="0" spc="5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ngược</a:t>
            </a:r>
            <a:r>
              <a:rPr lang="en-US" sz="2550" dirty="0" spc="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r>
              <a:rPr lang="en-US" sz="2550" dirty="0" spc="-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coi</a:t>
            </a:r>
            <a:r>
              <a:rPr lang="en-US" sz="2550" dirty="0" spc="-1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tên tác</a:t>
            </a:r>
            <a:r>
              <a:rPr lang="en-US" sz="2550" dirty="0" spc="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</a:t>
            </a:r>
            <a:r>
              <a:rPr lang="en-US" sz="2550" dirty="0" spc="-19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2550" dirty="0" spc="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bìa</a:t>
            </a:r>
            <a:r>
              <a:rPr lang="en-US" sz="2550" dirty="0" spc="-3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bảo</a:t>
            </a:r>
            <a:r>
              <a:rPr lang="en-US" sz="2550" dirty="0" spc="14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đảm</a:t>
            </a:r>
            <a:r>
              <a:rPr lang="en-US" sz="2550" dirty="0" spc="-14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văn</a:t>
            </a:r>
            <a:r>
              <a:rPr lang="en-US" sz="2550" dirty="0" spc="-3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2550" dirty="0" spc="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 có</a:t>
            </a:r>
            <a:r>
              <a:rPr lang="en-US" sz="2550" dirty="0" spc="8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lựa</a:t>
            </a:r>
            <a:r>
              <a:rPr lang="en-US" sz="2550" dirty="0" spc="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chọn</a:t>
            </a:r>
            <a:r>
              <a:rPr lang="en-US" sz="2550" dirty="0" spc="-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biên</a:t>
            </a:r>
            <a:r>
              <a:rPr lang="en-US" sz="2550" dirty="0" spc="-8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tập.</a:t>
            </a:r>
            <a:endParaRPr lang="en-US" sz="2550" dirty="0"/>
          </a:p>
        </p:txBody>
      </p:sp>
      <p:sp>
        <p:nvSpPr>
          <p:cNvPr id="13" name="Text 10"/>
          <p:cNvSpPr/>
          <p:nvPr/>
        </p:nvSpPr>
        <p:spPr>
          <a:xfrm>
            <a:off x="762000" y="9525000"/>
            <a:ext cx="16383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25" dirty="0" spc="2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J01</a:t>
            </a:r>
            <a:r>
              <a:rPr lang="en-US" sz="1725" dirty="0" spc="-2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K3</a:t>
            </a:r>
            <a:r>
              <a:rPr lang="en-US" sz="1725" dirty="0" spc="0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 [S6]</a:t>
            </a:r>
            <a:endParaRPr lang="en-US" sz="1725" dirty="0"/>
          </a:p>
        </p:txBody>
      </p:sp>
      <p:sp>
        <p:nvSpPr>
          <p:cNvPr id="14" name="Text 11"/>
          <p:cNvSpPr/>
          <p:nvPr/>
        </p:nvSpPr>
        <p:spPr>
          <a:xfrm>
            <a:off x="762000" y="9953625"/>
            <a:ext cx="157162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2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J01</a:t>
            </a:r>
            <a:r>
              <a:rPr lang="en-US" sz="1650" dirty="0" spc="0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Visual edition</a:t>
            </a:r>
            <a:r>
              <a:rPr lang="en-US" sz="1650" dirty="0" spc="1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5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36/40</a:t>
            </a:r>
            <a:endParaRPr lang="en-US" sz="1650" dirty="0"/>
          </a:p>
        </p:txBody>
      </p:sp>
      <p:sp>
        <p:nvSpPr>
          <p:cNvPr id="15" name="Shape 1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6" name="Moda image moda-export-watermark-2d33def3-51a9-4989-8552-3057be23d371" descr="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76250"/>
            <a:ext cx="153352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❓ K · KNOWLEDGE CHECK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762000" y="1143000"/>
            <a:ext cx="16764000" cy="1476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500" b="1" dirty="0" spc="1" kern="0">
                <a:solidFill>
                  <a:srgbClr val="20242A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Câu</a:t>
            </a:r>
            <a:r>
              <a:rPr lang="en-US" sz="4500" b="1" dirty="0" spc="2" kern="0">
                <a:solidFill>
                  <a:srgbClr val="20242A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4</a:t>
            </a:r>
            <a:r>
              <a:rPr lang="en-US" sz="4500" b="1" dirty="0" spc="3" kern="0">
                <a:solidFill>
                  <a:srgbClr val="20242A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·</a:t>
            </a:r>
            <a:r>
              <a:rPr lang="en-US" sz="4500" b="1" dirty="0" spc="-2" kern="0">
                <a:solidFill>
                  <a:srgbClr val="20242A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Ý</a:t>
            </a:r>
            <a:r>
              <a:rPr lang="en-US" sz="4500" b="1" dirty="0" spc="1" kern="0">
                <a:solidFill>
                  <a:srgbClr val="20242A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nghĩa của</a:t>
            </a:r>
            <a:r>
              <a:rPr lang="en-US" sz="4500" b="1" dirty="0" spc="-8" kern="0">
                <a:solidFill>
                  <a:srgbClr val="20242A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một</a:t>
            </a:r>
            <a:r>
              <a:rPr lang="en-US" sz="4500" b="1" dirty="0" spc="1" kern="0">
                <a:solidFill>
                  <a:srgbClr val="20242A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giấc</a:t>
            </a:r>
            <a:r>
              <a:rPr lang="en-US" sz="4500" b="1" dirty="0" spc="2" kern="0">
                <a:solidFill>
                  <a:srgbClr val="20242A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mơ</a:t>
            </a:r>
            <a:r>
              <a:rPr lang="en-US" sz="4500" b="1" dirty="0" spc="6" kern="0">
                <a:solidFill>
                  <a:srgbClr val="20242A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chứng</a:t>
            </a:r>
            <a:r>
              <a:rPr lang="en-US" sz="4500" b="1" dirty="0" spc="1" kern="0">
                <a:solidFill>
                  <a:srgbClr val="20242A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minh</a:t>
            </a:r>
            <a:r>
              <a:rPr lang="en-US" sz="4500" b="1" dirty="0" spc="15" kern="0">
                <a:solidFill>
                  <a:srgbClr val="20242A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điều</a:t>
            </a:r>
            <a:r>
              <a:rPr lang="en-US" sz="4500" b="1" dirty="0" spc="-9" kern="0">
                <a:solidFill>
                  <a:srgbClr val="20242A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gì?</a:t>
            </a:r>
            <a:endParaRPr lang="en-US" sz="4500" dirty="0"/>
          </a:p>
        </p:txBody>
      </p:sp>
      <p:pic>
        <p:nvPicPr>
          <p:cNvPr id="4" name="Moda flattened rect-1792822619723-849725001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602075" y="409575"/>
            <a:ext cx="590550" cy="59055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62000" y="2857500"/>
            <a:ext cx="5715000" cy="3476625"/>
          </a:xfrm>
          <a:prstGeom prst="roundRect">
            <a:avLst>
              <a:gd name="adj" fmla="val 3288"/>
            </a:avLst>
          </a:prstGeom>
          <a:solidFill>
            <a:srgbClr val="EDE8F5"/>
          </a:solidFill>
          <a:ln/>
        </p:spPr>
      </p:sp>
      <p:sp>
        <p:nvSpPr>
          <p:cNvPr id="6" name="Text 3"/>
          <p:cNvSpPr/>
          <p:nvPr/>
        </p:nvSpPr>
        <p:spPr>
          <a:xfrm>
            <a:off x="1143000" y="3286125"/>
            <a:ext cx="49530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 spc="-44" kern="0">
                <a:solidFill>
                  <a:srgbClr val="493C89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Được</a:t>
            </a:r>
            <a:r>
              <a:rPr lang="en-US" sz="3000" b="1" dirty="0" spc="1" kern="0">
                <a:solidFill>
                  <a:srgbClr val="493C89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nêu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1143000" y="4429125"/>
            <a:ext cx="4953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75" dirty="0" spc="-5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Ý</a:t>
            </a:r>
            <a:r>
              <a:rPr lang="en-US" sz="2775" dirty="0" spc="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nghĩa</a:t>
            </a:r>
            <a:r>
              <a:rPr lang="en-US" sz="2775" dirty="0" spc="-17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2775" dirty="0" spc="5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775" dirty="0" spc="-27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kể.</a:t>
            </a:r>
            <a:endParaRPr lang="en-US" sz="2775" dirty="0"/>
          </a:p>
        </p:txBody>
      </p:sp>
      <p:sp>
        <p:nvSpPr>
          <p:cNvPr id="8" name="Text 5"/>
          <p:cNvSpPr/>
          <p:nvPr/>
        </p:nvSpPr>
        <p:spPr>
          <a:xfrm>
            <a:off x="7905750" y="3095625"/>
            <a:ext cx="885825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 spc="-19" kern="0">
                <a:solidFill>
                  <a:srgbClr val="493C89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Chưa</a:t>
            </a:r>
            <a:r>
              <a:rPr lang="en-US" sz="2850" b="1" dirty="0" spc="-32" kern="0">
                <a:solidFill>
                  <a:srgbClr val="493C89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được</a:t>
            </a:r>
            <a:r>
              <a:rPr lang="en-US" sz="2850" b="1" dirty="0" spc="1" kern="0">
                <a:solidFill>
                  <a:srgbClr val="493C89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nêu</a:t>
            </a:r>
            <a:endParaRPr lang="en-US" sz="2850" dirty="0"/>
          </a:p>
        </p:txBody>
      </p:sp>
      <p:sp>
        <p:nvSpPr>
          <p:cNvPr id="9" name="Text 6"/>
          <p:cNvSpPr/>
          <p:nvPr/>
        </p:nvSpPr>
        <p:spPr>
          <a:xfrm>
            <a:off x="7905750" y="3857625"/>
            <a:ext cx="885825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25" dirty="0" spc="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</a:t>
            </a:r>
            <a:r>
              <a:rPr lang="en-US" sz="2625" dirty="0" spc="-17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gốc</a:t>
            </a:r>
            <a:r>
              <a:rPr lang="en-US" sz="2625" dirty="0" spc="2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phổ</a:t>
            </a:r>
            <a:r>
              <a:rPr lang="en-US" sz="2625" dirty="0" spc="-9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quát.</a:t>
            </a:r>
            <a:endParaRPr lang="en-US" sz="2625" dirty="0"/>
          </a:p>
        </p:txBody>
      </p:sp>
      <p:sp>
        <p:nvSpPr>
          <p:cNvPr id="10" name="Text 7"/>
          <p:cNvSpPr/>
          <p:nvPr/>
        </p:nvSpPr>
        <p:spPr>
          <a:xfrm>
            <a:off x="7905750" y="4762500"/>
            <a:ext cx="885825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 spc="-1" kern="0">
                <a:solidFill>
                  <a:srgbClr val="493C89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Cần</a:t>
            </a:r>
            <a:r>
              <a:rPr lang="en-US" sz="2850" b="1" dirty="0" spc="-2" kern="0">
                <a:solidFill>
                  <a:srgbClr val="493C89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kiểm</a:t>
            </a:r>
            <a:endParaRPr lang="en-US" sz="2850" dirty="0"/>
          </a:p>
        </p:txBody>
      </p:sp>
      <p:sp>
        <p:nvSpPr>
          <p:cNvPr id="11" name="Text 8"/>
          <p:cNvSpPr/>
          <p:nvPr/>
        </p:nvSpPr>
        <p:spPr>
          <a:xfrm>
            <a:off x="7905750" y="5524500"/>
            <a:ext cx="885825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25" dirty="0" spc="-2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Các</a:t>
            </a:r>
            <a:r>
              <a:rPr lang="en-US" sz="2625" dirty="0" spc="4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giải</a:t>
            </a:r>
            <a:r>
              <a:rPr lang="en-US" sz="2625" dirty="0" spc="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thích</a:t>
            </a:r>
            <a:r>
              <a:rPr lang="en-US" sz="2625" dirty="0" spc="2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cạnh</a:t>
            </a:r>
            <a:r>
              <a:rPr lang="en-US" sz="2625" dirty="0" spc="-13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tranh.</a:t>
            </a:r>
            <a:endParaRPr lang="en-US" sz="2625" dirty="0"/>
          </a:p>
        </p:txBody>
      </p:sp>
      <p:sp>
        <p:nvSpPr>
          <p:cNvPr id="12" name="Text 9"/>
          <p:cNvSpPr/>
          <p:nvPr/>
        </p:nvSpPr>
        <p:spPr>
          <a:xfrm>
            <a:off x="857250" y="7048500"/>
            <a:ext cx="16383000" cy="209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Đáp</a:t>
            </a:r>
            <a:r>
              <a:rPr lang="en-US" sz="2550" dirty="0" spc="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án:</a:t>
            </a:r>
            <a:r>
              <a:rPr lang="en-US" sz="2550" dirty="0" spc="-5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550" dirty="0" spc="5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550" dirty="0" spc="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</a:t>
            </a:r>
            <a:r>
              <a:rPr lang="en-US" sz="2550" dirty="0" spc="-35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</a:t>
            </a:r>
            <a:r>
              <a:rPr lang="en-US" sz="2550" dirty="0" spc="-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ý</a:t>
            </a:r>
            <a:r>
              <a:rPr lang="en-US" sz="2550" dirty="0" spc="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nghĩa</a:t>
            </a:r>
            <a:r>
              <a:rPr lang="en-US" sz="2550" dirty="0" spc="-16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550" dirty="0" spc="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giấc</a:t>
            </a:r>
            <a:r>
              <a:rPr lang="en-US" sz="2550" dirty="0" spc="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mơ</a:t>
            </a:r>
            <a:r>
              <a:rPr lang="en-US" sz="2550" dirty="0" spc="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550" dirty="0" spc="-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r>
              <a:rPr lang="en-US" sz="2550" dirty="0" spc="16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chứng</a:t>
            </a:r>
            <a:r>
              <a:rPr lang="en-US" sz="2550" dirty="0" spc="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minh</a:t>
            </a:r>
            <a:r>
              <a:rPr lang="en-US" sz="2550" dirty="0" spc="2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mẫu</a:t>
            </a:r>
            <a:r>
              <a:rPr lang="en-US" sz="2550" dirty="0" spc="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2550" dirty="0" spc="-12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ấy</a:t>
            </a:r>
            <a:r>
              <a:rPr lang="en-US" sz="2550" dirty="0" spc="6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550" dirty="0" spc="-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di</a:t>
            </a:r>
            <a:r>
              <a:rPr lang="en-US" sz="2550" dirty="0" spc="-1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truyền</a:t>
            </a:r>
            <a:r>
              <a:rPr lang="en-US" sz="2550" dirty="0" spc="-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550" dirty="0" spc="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mọi</a:t>
            </a:r>
            <a:r>
              <a:rPr lang="en-US" sz="2550" dirty="0" spc="5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người.</a:t>
            </a:r>
            <a:r>
              <a:rPr lang="en-US" sz="2550" dirty="0" spc="-79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Ta</a:t>
            </a:r>
            <a:r>
              <a:rPr lang="en-US" sz="2550" dirty="0" spc="1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đang</a:t>
            </a:r>
            <a:r>
              <a:rPr lang="en-US" sz="2550" dirty="0" spc="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550" dirty="0" spc="-5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550" dirty="0" spc="-2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trải</a:t>
            </a:r>
            <a:r>
              <a:rPr lang="en-US" sz="2550" dirty="0" spc="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nghiệm</a:t>
            </a:r>
            <a:r>
              <a:rPr lang="en-US" sz="2550" dirty="0" spc="6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550" dirty="0" spc="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hiểu</a:t>
            </a:r>
            <a:r>
              <a:rPr lang="en-US" sz="2550" dirty="0" spc="-17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550" dirty="0" spc="-3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bối</a:t>
            </a:r>
            <a:r>
              <a:rPr lang="en-US" sz="2550" dirty="0" spc="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cảnh</a:t>
            </a:r>
            <a:r>
              <a:rPr lang="en-US" sz="2550" dirty="0" spc="-2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cụ</a:t>
            </a:r>
            <a:r>
              <a:rPr lang="en-US" sz="2550" dirty="0" spc="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thể,</a:t>
            </a:r>
            <a:r>
              <a:rPr lang="en-US" sz="2550" dirty="0" spc="7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</a:t>
            </a:r>
            <a:r>
              <a:rPr lang="en-US" sz="2550" dirty="0" spc="-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550" dirty="0" spc="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phép</a:t>
            </a:r>
            <a:r>
              <a:rPr lang="en-US" sz="2550" dirty="0" spc="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kiểm nguồn</a:t>
            </a:r>
            <a:r>
              <a:rPr lang="en-US" sz="2550" dirty="0" spc="-15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gốc</a:t>
            </a:r>
            <a:r>
              <a:rPr lang="en-US" sz="2550" dirty="0" spc="-3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hoặc</a:t>
            </a:r>
            <a:r>
              <a:rPr lang="en-US" sz="2550" dirty="0" spc="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tính</a:t>
            </a:r>
            <a:r>
              <a:rPr lang="en-US" sz="2550" dirty="0" spc="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phổ</a:t>
            </a:r>
            <a:r>
              <a:rPr lang="en-US" sz="2550" dirty="0" spc="-6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quát.</a:t>
            </a:r>
            <a:r>
              <a:rPr lang="en-US" sz="2550" dirty="0" spc="-2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Sai</a:t>
            </a:r>
            <a:r>
              <a:rPr lang="en-US" sz="2550" dirty="0" spc="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lầm</a:t>
            </a:r>
            <a:r>
              <a:rPr lang="en-US" sz="2550" dirty="0" spc="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550" dirty="0" spc="-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2550" dirty="0" spc="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cảm giác</a:t>
            </a:r>
            <a:r>
              <a:rPr lang="en-US" sz="2550" dirty="0" spc="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“đúng</a:t>
            </a:r>
            <a:r>
              <a:rPr lang="en-US" sz="2550" dirty="0" spc="-15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2550" dirty="0" spc="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mình”</a:t>
            </a:r>
            <a:r>
              <a:rPr lang="en-US" sz="2550" dirty="0" spc="17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2550" dirty="0" spc="6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vượt</a:t>
            </a:r>
            <a:r>
              <a:rPr lang="en-US" sz="2550" dirty="0" spc="-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2550" dirty="0" spc="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cấp</a:t>
            </a:r>
            <a:r>
              <a:rPr lang="en-US" sz="2550" dirty="0" spc="17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</a:t>
            </a:r>
            <a:r>
              <a:rPr lang="en-US" sz="2550" dirty="0" spc="-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r>
              <a:rPr lang="en-US" sz="2550" dirty="0" spc="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quan</a:t>
            </a:r>
            <a:r>
              <a:rPr lang="en-US" sz="2550" dirty="0" spc="-6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sang</a:t>
            </a:r>
            <a:r>
              <a:rPr lang="en-US" sz="2550" dirty="0" spc="-5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550" dirty="0" spc="-13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tuyên</a:t>
            </a:r>
            <a:r>
              <a:rPr lang="en-US" sz="2550" dirty="0" spc="-5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bố</a:t>
            </a:r>
            <a:r>
              <a:rPr lang="en-US" sz="2550" dirty="0" spc="-18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về</a:t>
            </a:r>
            <a:r>
              <a:rPr lang="en-US" sz="2550" dirty="0" spc="-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cơ</a:t>
            </a:r>
            <a:r>
              <a:rPr lang="en-US" sz="2550" dirty="0" spc="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chế</a:t>
            </a:r>
            <a:r>
              <a:rPr lang="en-US" sz="2550" dirty="0" spc="-2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550" dirty="0" spc="-12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toàn</a:t>
            </a:r>
            <a:r>
              <a:rPr lang="en-US" sz="2550" dirty="0" spc="-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loài.</a:t>
            </a:r>
            <a:r>
              <a:rPr lang="en-US" sz="2550" dirty="0" spc="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2550" dirty="0" spc="-2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</a:t>
            </a:r>
            <a:r>
              <a:rPr lang="en-US" sz="2550" dirty="0" spc="-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</a:t>
            </a:r>
            <a:r>
              <a:rPr lang="en-US" sz="2550" dirty="0" spc="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cấp</a:t>
            </a:r>
            <a:r>
              <a:rPr lang="en-US" sz="2550" dirty="0" spc="17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</a:t>
            </a:r>
            <a:r>
              <a:rPr lang="en-US" sz="2550" dirty="0" spc="-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cùng</a:t>
            </a:r>
            <a:r>
              <a:rPr lang="en-US" sz="2550" dirty="0" spc="-12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tồn tại</a:t>
            </a:r>
            <a:r>
              <a:rPr lang="en-US" sz="2550" dirty="0" spc="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mà</a:t>
            </a:r>
            <a:r>
              <a:rPr lang="en-US" sz="2550" dirty="0" spc="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 nhập chúng.</a:t>
            </a:r>
            <a:endParaRPr lang="en-US" sz="2550" dirty="0"/>
          </a:p>
        </p:txBody>
      </p:sp>
      <p:sp>
        <p:nvSpPr>
          <p:cNvPr id="13" name="Text 10"/>
          <p:cNvSpPr/>
          <p:nvPr/>
        </p:nvSpPr>
        <p:spPr>
          <a:xfrm>
            <a:off x="762000" y="9525000"/>
            <a:ext cx="16383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25" dirty="0" spc="2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J01</a:t>
            </a:r>
            <a:r>
              <a:rPr lang="en-US" sz="1725" dirty="0" spc="-36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K4</a:t>
            </a:r>
            <a:r>
              <a:rPr lang="en-US" sz="1725" dirty="0" spc="-1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725" dirty="0" spc="1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Ví</a:t>
            </a:r>
            <a:r>
              <a:rPr lang="en-US" sz="1725" dirty="0" spc="-3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</a:t>
            </a:r>
            <a:r>
              <a:rPr lang="en-US" sz="1725" dirty="0" spc="1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Minh</a:t>
            </a:r>
            <a:endParaRPr lang="en-US" sz="1725" dirty="0"/>
          </a:p>
        </p:txBody>
      </p:sp>
      <p:sp>
        <p:nvSpPr>
          <p:cNvPr id="14" name="Text 11"/>
          <p:cNvSpPr/>
          <p:nvPr/>
        </p:nvSpPr>
        <p:spPr>
          <a:xfrm>
            <a:off x="762000" y="9953625"/>
            <a:ext cx="157162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2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J01</a:t>
            </a:r>
            <a:r>
              <a:rPr lang="en-US" sz="1650" dirty="0" spc="0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Visual edition</a:t>
            </a:r>
            <a:r>
              <a:rPr lang="en-US" sz="1650" dirty="0" spc="1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25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37/40</a:t>
            </a:r>
            <a:endParaRPr lang="en-US" sz="1650" dirty="0"/>
          </a:p>
        </p:txBody>
      </p:sp>
      <p:sp>
        <p:nvSpPr>
          <p:cNvPr id="15" name="Shape 1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6" name="Moda image moda-export-watermark-9e077c2d-840b-4853-8c84-3283092bb0ba" descr="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241F3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76250"/>
            <a:ext cx="153352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>
                <a:solidFill>
                  <a:srgbClr val="C8BDE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❓ K · KNOWLEDGE CHECK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762000" y="1143000"/>
            <a:ext cx="16764000" cy="1476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500" b="1" dirty="0" spc="1" kern="0">
                <a:solidFill>
                  <a:srgbClr val="F5F0E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Câu</a:t>
            </a:r>
            <a:r>
              <a:rPr lang="en-US" sz="4500" b="1" dirty="0" spc="-1" kern="0">
                <a:solidFill>
                  <a:srgbClr val="F5F0E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5</a:t>
            </a:r>
            <a:r>
              <a:rPr lang="en-US" sz="4500" b="1" dirty="0" spc="2" kern="0">
                <a:solidFill>
                  <a:srgbClr val="F5F0E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·</a:t>
            </a:r>
            <a:r>
              <a:rPr lang="en-US" sz="4500" b="1" dirty="0" spc="0" kern="0">
                <a:solidFill>
                  <a:srgbClr val="F5F0E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Cải</a:t>
            </a:r>
            <a:r>
              <a:rPr lang="en-US" sz="4500" b="1" dirty="0" spc="2" kern="0">
                <a:solidFill>
                  <a:srgbClr val="F5F0E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thiện</a:t>
            </a:r>
            <a:r>
              <a:rPr lang="en-US" sz="4500" b="1" dirty="0" spc="-30" kern="0">
                <a:solidFill>
                  <a:srgbClr val="F5F0E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trước–sau</a:t>
            </a:r>
            <a:r>
              <a:rPr lang="en-US" sz="4500" b="1" dirty="0" spc="-17" kern="0">
                <a:solidFill>
                  <a:srgbClr val="F5F0E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xác</a:t>
            </a:r>
            <a:r>
              <a:rPr lang="en-US" sz="4500" b="1" dirty="0" spc="1" kern="0">
                <a:solidFill>
                  <a:srgbClr val="F5F0E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nhận</a:t>
            </a:r>
            <a:r>
              <a:rPr lang="en-US" sz="4500" b="1" dirty="0" spc="-9" kern="0">
                <a:solidFill>
                  <a:srgbClr val="F5F0E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synchronicity?</a:t>
            </a:r>
            <a:endParaRPr lang="en-US" sz="4500" dirty="0"/>
          </a:p>
        </p:txBody>
      </p:sp>
      <p:pic>
        <p:nvPicPr>
          <p:cNvPr id="4" name="Moda flattened rect-1792822622954-366187627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602075" y="409575"/>
            <a:ext cx="590550" cy="59055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62000" y="3810000"/>
            <a:ext cx="4286250" cy="1809750"/>
          </a:xfrm>
          <a:prstGeom prst="roundRect">
            <a:avLst>
              <a:gd name="adj" fmla="val 6316"/>
            </a:avLst>
          </a:prstGeom>
          <a:solidFill>
            <a:srgbClr val="493C89"/>
          </a:solidFill>
          <a:ln/>
        </p:spPr>
      </p:sp>
      <p:sp>
        <p:nvSpPr>
          <p:cNvPr id="6" name="Text 3"/>
          <p:cNvSpPr/>
          <p:nvPr/>
        </p:nvSpPr>
        <p:spPr>
          <a:xfrm>
            <a:off x="1047750" y="4000500"/>
            <a:ext cx="3714750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-7" kern="0">
                <a:solidFill>
                  <a:srgbClr val="F5F0E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Outcome</a:t>
            </a:r>
            <a:endParaRPr lang="en-US" sz="2700" dirty="0"/>
          </a:p>
        </p:txBody>
      </p:sp>
      <p:sp>
        <p:nvSpPr>
          <p:cNvPr id="7" name="Text 4"/>
          <p:cNvSpPr/>
          <p:nvPr/>
        </p:nvSpPr>
        <p:spPr>
          <a:xfrm>
            <a:off x="1047750" y="4714875"/>
            <a:ext cx="3714750" cy="809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75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Điều</a:t>
            </a:r>
            <a:r>
              <a:rPr lang="en-US" sz="2475" dirty="0" spc="-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gì</a:t>
            </a:r>
            <a:r>
              <a:rPr lang="en-US" sz="2475" dirty="0" spc="-7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thay</a:t>
            </a:r>
            <a:r>
              <a:rPr lang="en-US" sz="2475" dirty="0" spc="1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đổi?</a:t>
            </a:r>
            <a:endParaRPr lang="en-US" sz="2475" dirty="0"/>
          </a:p>
        </p:txBody>
      </p:sp>
      <p:sp>
        <p:nvSpPr>
          <p:cNvPr id="8" name="Shape 5"/>
          <p:cNvSpPr/>
          <p:nvPr/>
        </p:nvSpPr>
        <p:spPr>
          <a:xfrm>
            <a:off x="8763000" y="2857500"/>
            <a:ext cx="8477250" cy="1714500"/>
          </a:xfrm>
          <a:prstGeom prst="roundRect">
            <a:avLst>
              <a:gd name="adj" fmla="val 6667"/>
            </a:avLst>
          </a:prstGeom>
          <a:solidFill>
            <a:srgbClr val="38304F"/>
          </a:solidFill>
          <a:ln/>
        </p:spPr>
      </p:sp>
      <p:sp>
        <p:nvSpPr>
          <p:cNvPr id="9" name="Text 6"/>
          <p:cNvSpPr/>
          <p:nvPr/>
        </p:nvSpPr>
        <p:spPr>
          <a:xfrm>
            <a:off x="9048750" y="3105150"/>
            <a:ext cx="790575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75" b="1" dirty="0" spc="-4" kern="0">
                <a:solidFill>
                  <a:srgbClr val="C8BDEE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Causality</a:t>
            </a:r>
            <a:endParaRPr lang="en-US" sz="2475" dirty="0"/>
          </a:p>
        </p:txBody>
      </p:sp>
      <p:sp>
        <p:nvSpPr>
          <p:cNvPr id="10" name="Text 7"/>
          <p:cNvSpPr/>
          <p:nvPr/>
        </p:nvSpPr>
        <p:spPr>
          <a:xfrm>
            <a:off x="9048750" y="4048125"/>
            <a:ext cx="790575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75" dirty="0" spc="-6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Thiết</a:t>
            </a:r>
            <a:r>
              <a:rPr lang="en-US" sz="2475" dirty="0" spc="-4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</a:t>
            </a:r>
            <a:r>
              <a:rPr lang="en-US" sz="2475" dirty="0" spc="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phân</a:t>
            </a:r>
            <a:r>
              <a:rPr lang="en-US" sz="2475" dirty="0" spc="-7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biệt</a:t>
            </a:r>
            <a:r>
              <a:rPr lang="en-US" sz="2475" dirty="0" spc="-1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nguyên</a:t>
            </a:r>
            <a:r>
              <a:rPr lang="en-US" sz="2475" dirty="0" spc="4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nhân</a:t>
            </a:r>
            <a:r>
              <a:rPr lang="en-US" sz="2475" dirty="0" spc="-14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tới</a:t>
            </a:r>
            <a:r>
              <a:rPr lang="en-US" sz="2475" dirty="0" spc="1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đâu?</a:t>
            </a:r>
            <a:endParaRPr lang="en-US" sz="2475" dirty="0"/>
          </a:p>
        </p:txBody>
      </p:sp>
      <p:sp>
        <p:nvSpPr>
          <p:cNvPr id="11" name="Shape 8"/>
          <p:cNvSpPr/>
          <p:nvPr/>
        </p:nvSpPr>
        <p:spPr>
          <a:xfrm>
            <a:off x="8763000" y="4810125"/>
            <a:ext cx="8477250" cy="1714500"/>
          </a:xfrm>
          <a:prstGeom prst="roundRect">
            <a:avLst>
              <a:gd name="adj" fmla="val 6667"/>
            </a:avLst>
          </a:prstGeom>
          <a:solidFill>
            <a:srgbClr val="38304F"/>
          </a:solidFill>
          <a:ln/>
        </p:spPr>
      </p:sp>
      <p:sp>
        <p:nvSpPr>
          <p:cNvPr id="12" name="Text 9"/>
          <p:cNvSpPr/>
          <p:nvPr/>
        </p:nvSpPr>
        <p:spPr>
          <a:xfrm>
            <a:off x="9048750" y="5057775"/>
            <a:ext cx="790575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75" b="1" dirty="0" spc="1" kern="0">
                <a:solidFill>
                  <a:srgbClr val="C8BDEE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Mechanism</a:t>
            </a:r>
            <a:endParaRPr lang="en-US" sz="2475" dirty="0"/>
          </a:p>
        </p:txBody>
      </p:sp>
      <p:sp>
        <p:nvSpPr>
          <p:cNvPr id="13" name="Text 10"/>
          <p:cNvSpPr/>
          <p:nvPr/>
        </p:nvSpPr>
        <p:spPr>
          <a:xfrm>
            <a:off x="9048750" y="6000750"/>
            <a:ext cx="790575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75" dirty="0" spc="4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Cơ</a:t>
            </a:r>
            <a:r>
              <a:rPr lang="en-US" sz="2475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chế</a:t>
            </a:r>
            <a:r>
              <a:rPr lang="en-US" sz="2475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</a:t>
            </a:r>
            <a:r>
              <a:rPr lang="en-US" sz="2475" dirty="0" spc="8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475" dirty="0" spc="15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</a:t>
            </a:r>
            <a:r>
              <a:rPr lang="en-US" sz="2475" dirty="0" spc="7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riêng?</a:t>
            </a:r>
            <a:endParaRPr lang="en-US" sz="2475" dirty="0"/>
          </a:p>
        </p:txBody>
      </p:sp>
      <p:sp>
        <p:nvSpPr>
          <p:cNvPr id="14" name="Connector line-1792822622960-270361514"/>
          <p:cNvSpPr/>
          <p:nvPr/>
        </p:nvSpPr>
        <p:spPr>
          <a:xfrm>
            <a:off x="5048250" y="4714875"/>
            <a:ext cx="1809750" cy="0"/>
          </a:xfrm>
          <a:prstGeom prst="line">
            <a:avLst/>
          </a:prstGeom>
          <a:noFill/>
          <a:ln w="28575">
            <a:solidFill>
              <a:srgbClr val="C8BDEE"/>
            </a:solidFill>
            <a:prstDash val="solid"/>
            <a:headEnd type="none"/>
            <a:tailEnd type="none"/>
          </a:ln>
        </p:spPr>
      </p:sp>
      <p:sp>
        <p:nvSpPr>
          <p:cNvPr id="15" name="Connector line-1792822622960-808176903"/>
          <p:cNvSpPr/>
          <p:nvPr/>
        </p:nvSpPr>
        <p:spPr>
          <a:xfrm>
            <a:off x="6858000" y="3714750"/>
            <a:ext cx="0" cy="1952625"/>
          </a:xfrm>
          <a:prstGeom prst="line">
            <a:avLst/>
          </a:prstGeom>
          <a:noFill/>
          <a:ln w="28575">
            <a:solidFill>
              <a:srgbClr val="C8BDEE"/>
            </a:solidFill>
            <a:prstDash val="solid"/>
            <a:headEnd type="none"/>
            <a:tailEnd type="none"/>
          </a:ln>
        </p:spPr>
      </p:sp>
      <p:sp>
        <p:nvSpPr>
          <p:cNvPr id="16" name="Connector line-1792822622960-388438333"/>
          <p:cNvSpPr/>
          <p:nvPr/>
        </p:nvSpPr>
        <p:spPr>
          <a:xfrm>
            <a:off x="6858000" y="3714750"/>
            <a:ext cx="1905000" cy="0"/>
          </a:xfrm>
          <a:prstGeom prst="line">
            <a:avLst/>
          </a:prstGeom>
          <a:noFill/>
          <a:ln w="28575">
            <a:solidFill>
              <a:srgbClr val="C8BDEE"/>
            </a:solidFill>
            <a:prstDash val="solid"/>
            <a:headEnd type="none"/>
            <a:tailEnd type="triangle" w="lg" len="lg"/>
          </a:ln>
        </p:spPr>
      </p:sp>
      <p:sp>
        <p:nvSpPr>
          <p:cNvPr id="17" name="Connector line-1792822622960-630354768"/>
          <p:cNvSpPr/>
          <p:nvPr/>
        </p:nvSpPr>
        <p:spPr>
          <a:xfrm>
            <a:off x="6858000" y="5667375"/>
            <a:ext cx="1905000" cy="0"/>
          </a:xfrm>
          <a:prstGeom prst="line">
            <a:avLst/>
          </a:prstGeom>
          <a:noFill/>
          <a:ln w="28575">
            <a:solidFill>
              <a:srgbClr val="C8BDEE"/>
            </a:solidFill>
            <a:prstDash val="solid"/>
            <a:headEnd type="none"/>
            <a:tailEnd type="triangle" w="lg" len="lg"/>
          </a:ln>
        </p:spPr>
      </p:sp>
      <p:sp>
        <p:nvSpPr>
          <p:cNvPr id="18" name="Text 15"/>
          <p:cNvSpPr/>
          <p:nvPr/>
        </p:nvSpPr>
        <p:spPr>
          <a:xfrm>
            <a:off x="857250" y="7048500"/>
            <a:ext cx="16383000" cy="209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Đáp</a:t>
            </a:r>
            <a:r>
              <a:rPr lang="en-US" sz="255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án:</a:t>
            </a:r>
            <a:r>
              <a:rPr lang="en-US" sz="2550" dirty="0" spc="6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chưa.</a:t>
            </a:r>
            <a:r>
              <a:rPr lang="en-US" sz="255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Điểm</a:t>
            </a:r>
            <a:r>
              <a:rPr lang="en-US" sz="2550" dirty="0" spc="-1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r>
              <a:rPr lang="en-US" sz="2550" dirty="0" spc="-33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2550" dirty="0" spc="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quả</a:t>
            </a:r>
            <a:r>
              <a:rPr lang="en-US" sz="2550" dirty="0" spc="14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trị</a:t>
            </a:r>
            <a:r>
              <a:rPr lang="en-US" sz="2550" dirty="0" spc="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550" dirty="0" spc="-19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dirty="0" spc="-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cơ</a:t>
            </a:r>
            <a:r>
              <a:rPr lang="en-US" sz="255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chế</a:t>
            </a:r>
            <a:r>
              <a:rPr lang="en-US" sz="255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liên</a:t>
            </a:r>
            <a:r>
              <a:rPr lang="en-US" sz="2550" dirty="0" spc="-33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2550" dirty="0" spc="-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phi nhân</a:t>
            </a:r>
            <a:r>
              <a:rPr lang="en-US" sz="2550" dirty="0" spc="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quả</a:t>
            </a:r>
            <a:r>
              <a:rPr lang="en-US" sz="255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 các</a:t>
            </a:r>
            <a:r>
              <a:rPr lang="en-US" sz="2550" dirty="0" spc="1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</a:t>
            </a:r>
            <a:r>
              <a:rPr lang="en-US" sz="2550" dirty="0" spc="6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tượng</a:t>
            </a:r>
            <a:r>
              <a:rPr lang="en-US" sz="2550" dirty="0" spc="17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</a:t>
            </a:r>
            <a:r>
              <a:rPr lang="en-US" sz="255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 nhau.</a:t>
            </a:r>
            <a:r>
              <a:rPr lang="en-US" sz="2550" dirty="0" spc="-26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Trước</a:t>
            </a:r>
            <a:r>
              <a:rPr lang="en-US" sz="2550" dirty="0" spc="-4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hết</a:t>
            </a:r>
            <a:r>
              <a:rPr lang="en-US" sz="255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2550" dirty="0" spc="1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đánh</a:t>
            </a:r>
            <a:r>
              <a:rPr lang="en-US" sz="255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giá</a:t>
            </a:r>
            <a:r>
              <a:rPr lang="en-US" sz="255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nghiên</a:t>
            </a:r>
            <a:r>
              <a:rPr lang="en-US" sz="2550" dirty="0" spc="18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cứu</a:t>
            </a:r>
            <a:r>
              <a:rPr lang="en-US" sz="255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550" dirty="0" spc="-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đủ</a:t>
            </a:r>
            <a:r>
              <a:rPr lang="en-US" sz="255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phân</a:t>
            </a:r>
            <a:r>
              <a:rPr lang="en-US" sz="2550" dirty="0" spc="-5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biệt</a:t>
            </a:r>
            <a:r>
              <a:rPr lang="en-US" sz="2550" dirty="0" spc="-1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nguyên</a:t>
            </a:r>
            <a:r>
              <a:rPr lang="en-US" sz="255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nhân cải</a:t>
            </a:r>
            <a:r>
              <a:rPr lang="en-US" sz="255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thiện</a:t>
            </a:r>
            <a:r>
              <a:rPr lang="en-US" sz="255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không;</a:t>
            </a:r>
            <a:r>
              <a:rPr lang="en-US" sz="2550" dirty="0" spc="-7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sau</a:t>
            </a:r>
            <a:r>
              <a:rPr lang="en-US" sz="2550" dirty="0" spc="17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đó</a:t>
            </a:r>
            <a:r>
              <a:rPr lang="en-US" sz="255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muốn kiểm</a:t>
            </a:r>
            <a:r>
              <a:rPr lang="en-US" sz="2550" dirty="0" spc="-14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synchronicity</a:t>
            </a:r>
            <a:r>
              <a:rPr lang="en-US" sz="255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còn cần</a:t>
            </a:r>
            <a:r>
              <a:rPr lang="en-US" sz="2550" dirty="0" spc="2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r>
              <a:rPr lang="en-US" sz="255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nghĩa,</a:t>
            </a:r>
            <a:r>
              <a:rPr lang="en-US" sz="255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phép</a:t>
            </a:r>
            <a:r>
              <a:rPr lang="en-US" sz="2550" dirty="0" spc="16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</a:t>
            </a:r>
            <a:r>
              <a:rPr lang="en-US" sz="2550" dirty="0" spc="-19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</a:t>
            </a:r>
            <a:r>
              <a:rPr lang="en-US" sz="2550" dirty="0" spc="-14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thuyết</a:t>
            </a:r>
            <a:r>
              <a:rPr lang="en-US" sz="2550" dirty="0" spc="7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riêng.</a:t>
            </a:r>
            <a:r>
              <a:rPr lang="en-US" sz="2550" dirty="0" spc="-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Sai</a:t>
            </a:r>
            <a:r>
              <a:rPr lang="en-US" sz="255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lầm</a:t>
            </a:r>
            <a:r>
              <a:rPr lang="en-US" sz="255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550" dirty="0" spc="18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2550" dirty="0" spc="-1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tên</a:t>
            </a:r>
            <a:r>
              <a:rPr lang="en-US" sz="2550" dirty="0" spc="5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trường</a:t>
            </a:r>
            <a:r>
              <a:rPr lang="en-US" sz="255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phái</a:t>
            </a:r>
            <a:r>
              <a:rPr lang="en-US" sz="2550" dirty="0" spc="2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đứng</a:t>
            </a:r>
            <a:r>
              <a:rPr lang="en-US" sz="2550" dirty="0" spc="-8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thay</a:t>
            </a:r>
            <a:r>
              <a:rPr lang="en-US" sz="255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 phép</a:t>
            </a:r>
            <a:r>
              <a:rPr lang="en-US" sz="2550" dirty="0" spc="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kiểm.</a:t>
            </a:r>
            <a:r>
              <a:rPr lang="en-US" sz="2550" dirty="0" spc="-6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550" dirty="0" spc="-33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2550" dirty="0" spc="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quả</a:t>
            </a:r>
            <a:r>
              <a:rPr lang="en-US" sz="255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 ích</a:t>
            </a:r>
            <a:r>
              <a:rPr lang="en-US" sz="2550" dirty="0" spc="-16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55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phạm</a:t>
            </a:r>
            <a:r>
              <a:rPr lang="en-US" sz="2550" dirty="0" spc="-3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</a:t>
            </a:r>
            <a:r>
              <a:rPr lang="en-US" sz="2550" dirty="0" spc="-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 nó</a:t>
            </a:r>
            <a:r>
              <a:rPr lang="en-US" sz="255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 phải</a:t>
            </a:r>
            <a:r>
              <a:rPr lang="en-US" sz="2550" dirty="0" spc="-7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giấy</a:t>
            </a:r>
            <a:r>
              <a:rPr lang="en-US" sz="2550" dirty="0" spc="16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chứng</a:t>
            </a:r>
            <a:r>
              <a:rPr lang="en-US" sz="2550" dirty="0" spc="-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</a:t>
            </a:r>
            <a:r>
              <a:rPr lang="en-US" sz="255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550" dirty="0" spc="-1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toàn</a:t>
            </a:r>
            <a:r>
              <a:rPr lang="en-US" sz="2550" dirty="0" spc="-4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255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hệ thống lý</a:t>
            </a:r>
            <a:r>
              <a:rPr lang="en-US" sz="2550" dirty="0" spc="-1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thuyết.</a:t>
            </a:r>
            <a:endParaRPr lang="en-US" sz="2550" dirty="0"/>
          </a:p>
        </p:txBody>
      </p:sp>
      <p:sp>
        <p:nvSpPr>
          <p:cNvPr id="19" name="Text 16"/>
          <p:cNvSpPr/>
          <p:nvPr/>
        </p:nvSpPr>
        <p:spPr>
          <a:xfrm>
            <a:off x="762000" y="9525000"/>
            <a:ext cx="16383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25" dirty="0" spc="2" kern="0">
                <a:solidFill>
                  <a:srgbClr val="C8BDE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J01</a:t>
            </a:r>
            <a:r>
              <a:rPr lang="en-US" sz="1725" dirty="0" spc="-2" kern="0">
                <a:solidFill>
                  <a:srgbClr val="C8BDE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K5</a:t>
            </a:r>
            <a:r>
              <a:rPr lang="en-US" sz="1725" dirty="0" spc="0" kern="0">
                <a:solidFill>
                  <a:srgbClr val="C8BDE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725" dirty="0" spc="1" kern="0">
                <a:solidFill>
                  <a:srgbClr val="C8BDE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Phân</a:t>
            </a:r>
            <a:r>
              <a:rPr lang="en-US" sz="1725" dirty="0" spc="-3" kern="0">
                <a:solidFill>
                  <a:srgbClr val="C8BDE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biệt</a:t>
            </a:r>
            <a:r>
              <a:rPr lang="en-US" sz="1725" dirty="0" spc="10" kern="0">
                <a:solidFill>
                  <a:srgbClr val="C8BDE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</a:t>
            </a:r>
            <a:r>
              <a:rPr lang="en-US" sz="1725" dirty="0" spc="5" kern="0">
                <a:solidFill>
                  <a:srgbClr val="C8BDE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tượng</a:t>
            </a:r>
            <a:r>
              <a:rPr lang="en-US" sz="1725" dirty="0" spc="0" kern="0">
                <a:solidFill>
                  <a:srgbClr val="C8BDE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kiểm</a:t>
            </a:r>
            <a:r>
              <a:rPr lang="en-US" sz="1725" dirty="0" spc="-19" kern="0">
                <a:solidFill>
                  <a:srgbClr val="C8BDE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</a:t>
            </a:r>
            <a:endParaRPr lang="en-US" sz="1725" dirty="0"/>
          </a:p>
        </p:txBody>
      </p:sp>
      <p:sp>
        <p:nvSpPr>
          <p:cNvPr id="20" name="Text 17"/>
          <p:cNvSpPr/>
          <p:nvPr/>
        </p:nvSpPr>
        <p:spPr>
          <a:xfrm>
            <a:off x="762000" y="9953625"/>
            <a:ext cx="157162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2" kern="0">
                <a:solidFill>
                  <a:srgbClr val="C8BDE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J01</a:t>
            </a:r>
            <a:r>
              <a:rPr lang="en-US" sz="1650" dirty="0" spc="0" kern="0">
                <a:solidFill>
                  <a:srgbClr val="C8BDE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" kern="0">
                <a:solidFill>
                  <a:srgbClr val="C8BDE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Visual edition</a:t>
            </a:r>
            <a:r>
              <a:rPr lang="en-US" sz="1650" dirty="0" spc="1" kern="0">
                <a:solidFill>
                  <a:srgbClr val="C8BDE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5" kern="0">
                <a:solidFill>
                  <a:srgbClr val="C8BDE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38/40</a:t>
            </a:r>
            <a:endParaRPr lang="en-US" sz="1650" dirty="0"/>
          </a:p>
        </p:txBody>
      </p:sp>
      <p:sp>
        <p:nvSpPr>
          <p:cNvPr id="21" name="Shape 18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2" name="Moda image moda-export-watermark-64f28569-7bb9-494a-9c06-ac4206711c80" descr="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76250"/>
            <a:ext cx="153352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📚 L · REFERENCES 1/2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762000" y="1143000"/>
            <a:ext cx="16764000" cy="1476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500" b="1" dirty="0" spc="2" kern="0">
                <a:solidFill>
                  <a:srgbClr val="20242A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Nguồn</a:t>
            </a:r>
            <a:r>
              <a:rPr lang="en-US" sz="4500" b="1" dirty="0" spc="1" kern="0">
                <a:solidFill>
                  <a:srgbClr val="20242A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lịch</a:t>
            </a:r>
            <a:r>
              <a:rPr lang="en-US" sz="4500" b="1" dirty="0" spc="-18" kern="0">
                <a:solidFill>
                  <a:srgbClr val="20242A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sử:</a:t>
            </a:r>
            <a:r>
              <a:rPr lang="en-US" sz="4500" b="1" dirty="0" spc="0" kern="0">
                <a:solidFill>
                  <a:srgbClr val="20242A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theo lại</a:t>
            </a:r>
            <a:r>
              <a:rPr lang="en-US" sz="4500" b="1" dirty="0" spc="6" kern="0">
                <a:solidFill>
                  <a:srgbClr val="20242A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từng</a:t>
            </a:r>
            <a:r>
              <a:rPr lang="en-US" sz="4500" b="1" dirty="0" spc="-4" kern="0">
                <a:solidFill>
                  <a:srgbClr val="20242A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loại</a:t>
            </a:r>
            <a:r>
              <a:rPr lang="en-US" sz="4500" b="1" dirty="0" spc="0" kern="0">
                <a:solidFill>
                  <a:srgbClr val="20242A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claim</a:t>
            </a:r>
            <a:endParaRPr lang="en-US" sz="4500" dirty="0"/>
          </a:p>
        </p:txBody>
      </p:sp>
      <p:pic>
        <p:nvPicPr>
          <p:cNvPr id="4" name="Moda flattened rect-1792822625933-844508679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602075" y="409575"/>
            <a:ext cx="590550" cy="590550"/>
          </a:xfrm>
          <a:prstGeom prst="rect">
            <a:avLst/>
          </a:prstGeom>
        </p:spPr>
      </p:pic>
      <p:pic>
        <p:nvPicPr>
          <p:cNvPr id="5" name="Moda image rect-1792822626156-253555462" descr="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857250" y="2857500"/>
            <a:ext cx="6000750" cy="40005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762000" y="7096125"/>
            <a:ext cx="6191250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Ảnh minh</a:t>
            </a:r>
            <a:r>
              <a:rPr lang="en-US" sz="1800" dirty="0" spc="-1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họa:</a:t>
            </a:r>
            <a:r>
              <a:rPr lang="en-US" sz="1800" dirty="0" spc="-7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Gülfer</a:t>
            </a:r>
            <a:r>
              <a:rPr lang="en-US" sz="1800" dirty="0" spc="-5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ERGİN</a:t>
            </a:r>
            <a:r>
              <a:rPr lang="en-US" sz="1800" dirty="0" spc="4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/</a:t>
            </a:r>
            <a:r>
              <a:rPr lang="en-US" sz="1800" dirty="0" spc="0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Unsplash</a:t>
            </a:r>
            <a:endParaRPr lang="en-US" sz="1800" dirty="0"/>
          </a:p>
        </p:txBody>
      </p:sp>
      <p:sp>
        <p:nvSpPr>
          <p:cNvPr id="7" name="Text 3"/>
          <p:cNvSpPr/>
          <p:nvPr/>
        </p:nvSpPr>
        <p:spPr>
          <a:xfrm>
            <a:off x="762000" y="7953375"/>
            <a:ext cx="619125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Minh</a:t>
            </a:r>
            <a:r>
              <a:rPr lang="en-US" sz="1800" dirty="0" spc="-1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họa</a:t>
            </a:r>
            <a:r>
              <a:rPr lang="en-US" sz="1800" dirty="0" spc="-2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</a:t>
            </a:r>
            <a:r>
              <a:rPr lang="en-US" sz="1800" dirty="0" spc="9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1800" dirty="0" spc="-4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nguồn;</a:t>
            </a:r>
            <a:r>
              <a:rPr lang="en-US" sz="1800" dirty="0" spc="-2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1800" dirty="0" spc="0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r>
              <a:rPr lang="en-US" sz="1800" dirty="0" spc="-2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tư liệu</a:t>
            </a:r>
            <a:r>
              <a:rPr lang="en-US" sz="1800" dirty="0" spc="3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1800" dirty="0" spc="-2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Jung.</a:t>
            </a:r>
            <a:endParaRPr lang="en-US" sz="1800" dirty="0"/>
          </a:p>
        </p:txBody>
      </p:sp>
      <p:sp>
        <p:nvSpPr>
          <p:cNvPr id="8" name="Text 4"/>
          <p:cNvSpPr/>
          <p:nvPr/>
        </p:nvSpPr>
        <p:spPr>
          <a:xfrm>
            <a:off x="7905750" y="2857500"/>
            <a:ext cx="9334500" cy="3143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97" dirty="0" spc="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Các</a:t>
            </a:r>
            <a:r>
              <a:rPr lang="en-US" sz="2597" dirty="0" spc="-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2597" dirty="0" spc="2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chính</a:t>
            </a:r>
            <a:r>
              <a:rPr lang="en-US" sz="2597" dirty="0" spc="-15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gồm</a:t>
            </a:r>
            <a:r>
              <a:rPr lang="en-US" sz="2597" dirty="0" spc="7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triển</a:t>
            </a:r>
            <a:r>
              <a:rPr lang="en-US" sz="2597" dirty="0" spc="-3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lãm</a:t>
            </a:r>
            <a:r>
              <a:rPr lang="en-US" sz="2597" dirty="0" spc="-1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Library</a:t>
            </a:r>
            <a:r>
              <a:rPr lang="en-US" sz="2597" dirty="0" spc="2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of</a:t>
            </a:r>
            <a:r>
              <a:rPr lang="en-US" sz="2597" dirty="0" spc="-1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Congress,</a:t>
            </a:r>
            <a:r>
              <a:rPr lang="en-US" sz="2597" dirty="0" spc="-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</a:t>
            </a:r>
            <a:r>
              <a:rPr lang="en-US" sz="2597" dirty="0" spc="-4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Jung</a:t>
            </a:r>
            <a:r>
              <a:rPr lang="en-US" sz="2597" dirty="0" spc="-2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97" dirty="0" spc="-39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Freud</a:t>
            </a:r>
            <a:r>
              <a:rPr lang="en-US" sz="2597" dirty="0" spc="9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dưới</a:t>
            </a:r>
            <a:r>
              <a:rPr lang="en-US" sz="2597" dirty="0" spc="-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dạng</a:t>
            </a:r>
            <a:r>
              <a:rPr lang="en-US" sz="2597" dirty="0" spc="-8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transcript</a:t>
            </a:r>
            <a:r>
              <a:rPr lang="en-US" sz="2597" dirty="0" spc="2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dịch,</a:t>
            </a:r>
            <a:r>
              <a:rPr lang="en-US" sz="2597" dirty="0" spc="-5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2597" dirty="0" spc="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ETH</a:t>
            </a:r>
            <a:r>
              <a:rPr lang="en-US" sz="2597" dirty="0" spc="-2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về</a:t>
            </a:r>
            <a:r>
              <a:rPr lang="en-US" sz="2597" dirty="0" spc="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lịch</a:t>
            </a:r>
            <a:r>
              <a:rPr lang="en-US" sz="2597" dirty="0" spc="-3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sử</a:t>
            </a:r>
            <a:r>
              <a:rPr lang="en-US" sz="2597" dirty="0" spc="16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lưu</a:t>
            </a:r>
            <a:r>
              <a:rPr lang="en-US" sz="2597" dirty="0" spc="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trữ</a:t>
            </a:r>
            <a:r>
              <a:rPr lang="en-US" sz="2597" dirty="0" spc="-2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97" dirty="0" spc="2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hồ</a:t>
            </a:r>
            <a:r>
              <a:rPr lang="en-US" sz="2597" dirty="0" spc="-1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sơ</a:t>
            </a:r>
            <a:r>
              <a:rPr lang="en-US" sz="2597" dirty="0" spc="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Philemon</a:t>
            </a:r>
            <a:r>
              <a:rPr lang="en-US" sz="2597" dirty="0" spc="-22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về</a:t>
            </a:r>
            <a:r>
              <a:rPr lang="en-US" sz="2597" dirty="0" spc="-3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tiểu</a:t>
            </a:r>
            <a:r>
              <a:rPr lang="en-US" sz="2597" dirty="0" spc="-4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sử</a:t>
            </a:r>
            <a:r>
              <a:rPr lang="en-US" sz="2597" dirty="0" spc="-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cùng biên</a:t>
            </a:r>
            <a:r>
              <a:rPr lang="en-US" sz="2597" dirty="0" spc="-14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tập</a:t>
            </a:r>
            <a:r>
              <a:rPr lang="en-US" sz="2597" dirty="0" spc="-2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r>
              <a:rPr lang="en-US" sz="2597" dirty="0" spc="-8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thuật.</a:t>
            </a:r>
            <a:r>
              <a:rPr lang="en-US" sz="2597" dirty="0" spc="-26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Locator</a:t>
            </a:r>
            <a:r>
              <a:rPr lang="en-US" sz="2597" dirty="0" spc="-17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597" dirty="0" spc="-4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2597" dirty="0" spc="2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597" dirty="0" spc="-3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rõ</a:t>
            </a:r>
            <a:r>
              <a:rPr lang="en-US" sz="2597" dirty="0" spc="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phần</a:t>
            </a:r>
            <a:r>
              <a:rPr lang="en-US" sz="2597" dirty="0" spc="13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2597" dirty="0" spc="9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đọc.</a:t>
            </a:r>
            <a:r>
              <a:rPr lang="en-US" sz="2597" dirty="0" spc="-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2597" dirty="0" spc="3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dịch</a:t>
            </a:r>
            <a:r>
              <a:rPr lang="en-US" sz="2597" dirty="0" spc="-2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</a:t>
            </a:r>
            <a:r>
              <a:rPr lang="en-US" sz="2597" dirty="0" spc="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597" dirty="0" spc="7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597" dirty="0" spc="-4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</a:t>
            </a:r>
            <a:r>
              <a:rPr lang="en-US" sz="2597" dirty="0" spc="-3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 bản</a:t>
            </a:r>
            <a:r>
              <a:rPr lang="en-US" sz="2597" dirty="0" spc="-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thảo</a:t>
            </a:r>
            <a:r>
              <a:rPr lang="en-US" sz="2597" dirty="0" spc="-2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tiếng</a:t>
            </a:r>
            <a:r>
              <a:rPr lang="en-US" sz="2597" dirty="0" spc="6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Đức,</a:t>
            </a:r>
            <a:r>
              <a:rPr lang="en-US" sz="2597" dirty="0" spc="-2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97" dirty="0" spc="-17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trang</a:t>
            </a:r>
            <a:r>
              <a:rPr lang="en-US" sz="2597" dirty="0" spc="-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giới</a:t>
            </a:r>
            <a:r>
              <a:rPr lang="en-US" sz="2597" dirty="0" spc="-3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thiệu</a:t>
            </a:r>
            <a:r>
              <a:rPr lang="en-US" sz="2597" dirty="0" spc="-7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597" dirty="0" spc="-2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ấn</a:t>
            </a:r>
            <a:r>
              <a:rPr lang="en-US" sz="2597" dirty="0" spc="-4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2597" dirty="0" spc="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597" dirty="0" spc="7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597" dirty="0" spc="-3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 làm</a:t>
            </a:r>
            <a:r>
              <a:rPr lang="en-US" sz="2597" dirty="0" spc="-14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toàn</a:t>
            </a:r>
            <a:r>
              <a:rPr lang="en-US" sz="2597" dirty="0" spc="-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2597" dirty="0" spc="-7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sách</a:t>
            </a:r>
            <a:r>
              <a:rPr lang="en-US" sz="2597" dirty="0" spc="14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2597" dirty="0" spc="-3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thẩm</a:t>
            </a:r>
            <a:r>
              <a:rPr lang="en-US" sz="2597" dirty="0" spc="18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định.</a:t>
            </a:r>
            <a:r>
              <a:rPr lang="en-US" sz="2597" dirty="0" spc="6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597" dirty="0" spc="1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2597" dirty="0" spc="2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597" dirty="0" spc="-2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r>
              <a:rPr lang="en-US" sz="2597" dirty="0" spc="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truy</a:t>
            </a:r>
            <a:r>
              <a:rPr lang="en-US" sz="2597" dirty="0" spc="-3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r>
              <a:rPr lang="en-US" sz="2597" dirty="0" spc="-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phạm</a:t>
            </a:r>
            <a:r>
              <a:rPr lang="en-US" sz="2597" dirty="0" spc="-3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</a:t>
            </a:r>
            <a:r>
              <a:rPr lang="en-US" sz="2597" dirty="0" spc="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597" dirty="0" spc="19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từng</a:t>
            </a:r>
            <a:r>
              <a:rPr lang="en-US" sz="2597" dirty="0" spc="-38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2597" dirty="0" spc="-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luận.</a:t>
            </a:r>
            <a:endParaRPr lang="en-US" sz="2597" dirty="0"/>
          </a:p>
        </p:txBody>
      </p:sp>
      <p:sp>
        <p:nvSpPr>
          <p:cNvPr id="9" name="Text 5"/>
          <p:cNvSpPr/>
          <p:nvPr/>
        </p:nvSpPr>
        <p:spPr>
          <a:xfrm>
            <a:off x="7905750" y="6477000"/>
            <a:ext cx="257175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b="1" dirty="0" kern="0">
                <a:solidFill>
                  <a:srgbClr val="493C89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S1–S3</a:t>
            </a:r>
            <a:endParaRPr lang="en-US" sz="2250" dirty="0"/>
          </a:p>
        </p:txBody>
      </p:sp>
      <p:sp>
        <p:nvSpPr>
          <p:cNvPr id="10" name="Text 6"/>
          <p:cNvSpPr/>
          <p:nvPr/>
        </p:nvSpPr>
        <p:spPr>
          <a:xfrm>
            <a:off x="10763250" y="6477000"/>
            <a:ext cx="6477000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-25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Triển</a:t>
            </a:r>
            <a:r>
              <a:rPr lang="en-US" sz="2250" dirty="0" spc="-3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lãm,</a:t>
            </a:r>
            <a:r>
              <a:rPr lang="en-US" sz="2250" dirty="0" spc="-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tiểu</a:t>
            </a:r>
            <a:r>
              <a:rPr lang="en-US" sz="2250" dirty="0" spc="2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sử,</a:t>
            </a:r>
            <a:r>
              <a:rPr lang="en-US" sz="2250" dirty="0" spc="17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lưu</a:t>
            </a:r>
            <a:r>
              <a:rPr lang="en-US" sz="2250" dirty="0" spc="2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trữ.</a:t>
            </a:r>
            <a:endParaRPr lang="en-US" sz="2250" dirty="0"/>
          </a:p>
        </p:txBody>
      </p:sp>
      <p:sp>
        <p:nvSpPr>
          <p:cNvPr id="11" name="Text 7"/>
          <p:cNvSpPr/>
          <p:nvPr/>
        </p:nvSpPr>
        <p:spPr>
          <a:xfrm>
            <a:off x="7905750" y="7286625"/>
            <a:ext cx="257175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b="1" dirty="0" spc="-1" kern="0">
                <a:solidFill>
                  <a:srgbClr val="493C89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S4–S5</a:t>
            </a:r>
            <a:endParaRPr lang="en-US" sz="2250" dirty="0"/>
          </a:p>
        </p:txBody>
      </p:sp>
      <p:sp>
        <p:nvSpPr>
          <p:cNvPr id="12" name="Text 8"/>
          <p:cNvSpPr/>
          <p:nvPr/>
        </p:nvSpPr>
        <p:spPr>
          <a:xfrm>
            <a:off x="10763250" y="7286625"/>
            <a:ext cx="6477000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-2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Thư</a:t>
            </a:r>
            <a:r>
              <a:rPr lang="en-US" sz="2250" dirty="0" spc="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dịch,</a:t>
            </a:r>
            <a:r>
              <a:rPr lang="en-US" sz="2250" dirty="0" spc="4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250" dirty="0" spc="-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giới</a:t>
            </a:r>
            <a:r>
              <a:rPr lang="en-US" sz="2250" dirty="0" spc="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r>
              <a:rPr lang="en-US" sz="2250" dirty="0" spc="2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từng</a:t>
            </a:r>
            <a:r>
              <a:rPr lang="en-US" sz="2250" dirty="0" spc="-13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trang.</a:t>
            </a:r>
            <a:endParaRPr lang="en-US" sz="2250" dirty="0"/>
          </a:p>
        </p:txBody>
      </p:sp>
      <p:sp>
        <p:nvSpPr>
          <p:cNvPr id="13" name="Text 9"/>
          <p:cNvSpPr/>
          <p:nvPr/>
        </p:nvSpPr>
        <p:spPr>
          <a:xfrm>
            <a:off x="7905750" y="8096250"/>
            <a:ext cx="257175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b="1" dirty="0" spc="-11" kern="0">
                <a:solidFill>
                  <a:srgbClr val="493C89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S6;</a:t>
            </a:r>
            <a:r>
              <a:rPr lang="en-US" sz="2250" b="1" dirty="0" spc="-2" kern="0">
                <a:solidFill>
                  <a:srgbClr val="493C89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S9</a:t>
            </a:r>
            <a:endParaRPr lang="en-US" sz="2250" dirty="0"/>
          </a:p>
        </p:txBody>
      </p:sp>
      <p:sp>
        <p:nvSpPr>
          <p:cNvPr id="14" name="Text 10"/>
          <p:cNvSpPr/>
          <p:nvPr/>
        </p:nvSpPr>
        <p:spPr>
          <a:xfrm>
            <a:off x="10763250" y="8096250"/>
            <a:ext cx="6477000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-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Biên</a:t>
            </a:r>
            <a:r>
              <a:rPr lang="en-US" sz="2250" dirty="0" spc="-1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tập</a:t>
            </a:r>
            <a:r>
              <a:rPr lang="en-US" sz="2250" dirty="0" spc="3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r>
              <a:rPr lang="en-US" sz="2250" dirty="0" spc="-8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thuật;</a:t>
            </a:r>
            <a:r>
              <a:rPr lang="en-US" sz="2250" dirty="0" spc="0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bối</a:t>
            </a:r>
            <a:r>
              <a:rPr lang="en-US" sz="2250" dirty="0" spc="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cảnh</a:t>
            </a:r>
            <a:r>
              <a:rPr lang="en-US" sz="2250" dirty="0" spc="-1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hậu</a:t>
            </a:r>
            <a:r>
              <a:rPr lang="en-US" sz="2250" dirty="0" spc="-28" kern="0">
                <a:solidFill>
                  <a:srgbClr val="20242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Freud.</a:t>
            </a:r>
            <a:endParaRPr lang="en-US" sz="2250" dirty="0"/>
          </a:p>
        </p:txBody>
      </p:sp>
      <p:sp>
        <p:nvSpPr>
          <p:cNvPr id="15" name="Text 11"/>
          <p:cNvSpPr/>
          <p:nvPr/>
        </p:nvSpPr>
        <p:spPr>
          <a:xfrm>
            <a:off x="762000" y="9525000"/>
            <a:ext cx="16383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25" dirty="0" spc="2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J01</a:t>
            </a:r>
            <a:r>
              <a:rPr lang="en-US" sz="1725" dirty="0" spc="0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</a:t>
            </a:r>
            <a:r>
              <a:rPr lang="en-US" sz="1725" dirty="0" spc="-1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725" dirty="0" spc="-10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j01-research.md</a:t>
            </a:r>
            <a:endParaRPr lang="en-US" sz="1725" dirty="0"/>
          </a:p>
        </p:txBody>
      </p:sp>
      <p:sp>
        <p:nvSpPr>
          <p:cNvPr id="16" name="Text 12"/>
          <p:cNvSpPr/>
          <p:nvPr/>
        </p:nvSpPr>
        <p:spPr>
          <a:xfrm>
            <a:off x="762000" y="9953625"/>
            <a:ext cx="157162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2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J01</a:t>
            </a:r>
            <a:r>
              <a:rPr lang="en-US" sz="1650" dirty="0" spc="0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Visual edition</a:t>
            </a:r>
            <a:r>
              <a:rPr lang="en-US" sz="1650" dirty="0" spc="1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5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39/40</a:t>
            </a:r>
            <a:endParaRPr lang="en-US" sz="1650" dirty="0"/>
          </a:p>
        </p:txBody>
      </p:sp>
      <p:sp>
        <p:nvSpPr>
          <p:cNvPr id="17" name="Shape 13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8" name="Moda image moda-export-watermark-af4e953d-9ad4-4a63-9fd9-e1f91f4b3548" descr="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241F3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76250"/>
            <a:ext cx="153352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>
                <a:solidFill>
                  <a:srgbClr val="C8BDE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📚 L · REFERENCES 2/2 · SANG J02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762000" y="1143000"/>
            <a:ext cx="16764000" cy="1476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500" b="1" dirty="0" spc="2" kern="0">
                <a:solidFill>
                  <a:srgbClr val="F5F0E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Đọc</a:t>
            </a:r>
            <a:r>
              <a:rPr lang="en-US" sz="4500" b="1" dirty="0" spc="0" kern="0">
                <a:solidFill>
                  <a:srgbClr val="F5F0E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tiếp:</a:t>
            </a:r>
            <a:r>
              <a:rPr lang="en-US" sz="4500" b="1" dirty="0" spc="3" kern="0">
                <a:solidFill>
                  <a:srgbClr val="F5F0E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câu</a:t>
            </a:r>
            <a:r>
              <a:rPr lang="en-US" sz="4500" b="1" dirty="0" spc="1" kern="0">
                <a:solidFill>
                  <a:srgbClr val="F5F0E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hỏi</a:t>
            </a:r>
            <a:r>
              <a:rPr lang="en-US" sz="4500" b="1" dirty="0" spc="-31" kern="0">
                <a:solidFill>
                  <a:srgbClr val="F5F0E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tốt</a:t>
            </a:r>
            <a:r>
              <a:rPr lang="en-US" sz="4500" b="1" dirty="0" spc="-21" kern="0">
                <a:solidFill>
                  <a:srgbClr val="F5F0E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hơn</a:t>
            </a:r>
            <a:r>
              <a:rPr lang="en-US" sz="4500" b="1" dirty="0" spc="-40" kern="0">
                <a:solidFill>
                  <a:srgbClr val="F5F0E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trước</a:t>
            </a:r>
            <a:r>
              <a:rPr lang="en-US" sz="4500" b="1" dirty="0" spc="-9" kern="0">
                <a:solidFill>
                  <a:srgbClr val="F5F0E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một</a:t>
            </a:r>
            <a:r>
              <a:rPr lang="en-US" sz="4500" b="1" dirty="0" spc="2" kern="0">
                <a:solidFill>
                  <a:srgbClr val="F5F0E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khái niệm</a:t>
            </a:r>
            <a:r>
              <a:rPr lang="en-US" sz="4500" b="1" dirty="0" spc="-17" kern="0">
                <a:solidFill>
                  <a:srgbClr val="F5F0E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mới</a:t>
            </a:r>
            <a:endParaRPr lang="en-US" sz="4500" dirty="0"/>
          </a:p>
        </p:txBody>
      </p:sp>
      <p:pic>
        <p:nvPicPr>
          <p:cNvPr id="4" name="Moda flattened rect-1792822629101-781894303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602075" y="409575"/>
            <a:ext cx="590550" cy="59055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62000" y="3048000"/>
            <a:ext cx="9620250" cy="466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925" dirty="0" spc="-3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Bài tiếp</a:t>
            </a:r>
            <a:r>
              <a:rPr lang="en-US" sz="2925" dirty="0" spc="-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2925" dirty="0" spc="37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</a:t>
            </a:r>
            <a:r>
              <a:rPr lang="en-US" sz="2925" dirty="0" spc="-16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vào</a:t>
            </a:r>
            <a:r>
              <a:rPr lang="en-US" sz="2925" dirty="0" spc="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cấu</a:t>
            </a:r>
            <a:r>
              <a:rPr lang="en-US" sz="2925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trúc</a:t>
            </a:r>
            <a:r>
              <a:rPr lang="en-US" sz="2925" dirty="0" spc="-15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tâm</a:t>
            </a:r>
            <a:r>
              <a:rPr lang="en-US" sz="2925" dirty="0" spc="-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lý</a:t>
            </a:r>
            <a:r>
              <a:rPr lang="en-US" sz="2925" dirty="0" spc="-3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học</a:t>
            </a:r>
            <a:r>
              <a:rPr lang="en-US" sz="2925" dirty="0" spc="-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phân</a:t>
            </a:r>
            <a:r>
              <a:rPr lang="en-US" sz="2925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tích. Mang</a:t>
            </a:r>
            <a:r>
              <a:rPr lang="en-US" sz="2925" dirty="0" spc="-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2925" dirty="0" spc="-7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</a:t>
            </a:r>
            <a:r>
              <a:rPr lang="en-US" sz="2925" dirty="0" spc="-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thói</a:t>
            </a:r>
            <a:r>
              <a:rPr lang="en-US" sz="2925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quen:</a:t>
            </a:r>
            <a:r>
              <a:rPr lang="en-US" sz="2925" dirty="0" spc="-2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xác</a:t>
            </a:r>
            <a:r>
              <a:rPr lang="en-US" sz="2925" dirty="0" spc="23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r>
              <a:rPr lang="en-US" sz="2925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nghĩa</a:t>
            </a:r>
            <a:r>
              <a:rPr lang="en-US" sz="2925" dirty="0" spc="-8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thuật</a:t>
            </a:r>
            <a:r>
              <a:rPr lang="en-US" sz="2925" dirty="0" spc="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ngữ</a:t>
            </a:r>
            <a:r>
              <a:rPr lang="en-US" sz="2925" dirty="0" spc="-18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925" dirty="0" spc="-17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văn</a:t>
            </a:r>
            <a:r>
              <a:rPr lang="en-US" sz="2925" dirty="0" spc="-5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bản,</a:t>
            </a:r>
            <a:r>
              <a:rPr lang="en-US" sz="2925" dirty="0" spc="-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phân</a:t>
            </a:r>
            <a:r>
              <a:rPr lang="en-US" sz="2925" dirty="0" spc="-8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biệt</a:t>
            </a:r>
            <a:r>
              <a:rPr lang="en-US" sz="2925" dirty="0" spc="-3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mô</a:t>
            </a:r>
            <a:r>
              <a:rPr lang="en-US" sz="2925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2925" dirty="0" spc="-18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2925" dirty="0" spc="-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 kiện</a:t>
            </a:r>
            <a:r>
              <a:rPr lang="en-US" sz="2925" dirty="0" spc="-2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925" dirty="0" spc="-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</a:t>
            </a:r>
            <a:r>
              <a:rPr lang="en-US" sz="2925" dirty="0" spc="2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điều</a:t>
            </a:r>
            <a:r>
              <a:rPr lang="en-US" sz="2925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gì</a:t>
            </a:r>
            <a:r>
              <a:rPr lang="en-US" sz="2925" dirty="0" spc="-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925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r>
              <a:rPr lang="en-US" sz="2925" dirty="0" spc="-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r>
              <a:rPr lang="en-US" sz="2925" dirty="0" spc="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cách</a:t>
            </a:r>
            <a:r>
              <a:rPr lang="en-US" sz="2925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hiểu</a:t>
            </a:r>
            <a:r>
              <a:rPr lang="en-US" sz="2925" dirty="0" spc="-6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thay</a:t>
            </a:r>
            <a:r>
              <a:rPr lang="en-US" sz="2925" dirty="0" spc="9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đổi.</a:t>
            </a:r>
            <a:r>
              <a:rPr lang="en-US" sz="2925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2925" dirty="0" spc="-18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tranh</a:t>
            </a:r>
            <a:r>
              <a:rPr lang="en-US" sz="2925" dirty="0" spc="-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luận</a:t>
            </a:r>
            <a:r>
              <a:rPr lang="en-US" sz="2925" dirty="0" spc="-13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nguyên</a:t>
            </a:r>
            <a:r>
              <a:rPr lang="en-US" sz="2925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mẫu</a:t>
            </a:r>
            <a:r>
              <a:rPr lang="en-US" sz="2925" dirty="0" spc="-2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925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nghiên</a:t>
            </a:r>
            <a:r>
              <a:rPr lang="en-US" sz="2925" dirty="0" spc="26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cứu</a:t>
            </a:r>
            <a:r>
              <a:rPr lang="en-US" sz="2925" dirty="0" spc="1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trị</a:t>
            </a:r>
            <a:r>
              <a:rPr lang="en-US" sz="2925" dirty="0" spc="-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925" dirty="0" spc="-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hiện</a:t>
            </a:r>
            <a:r>
              <a:rPr lang="en-US" sz="2925" dirty="0" spc="13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đại</a:t>
            </a:r>
            <a:r>
              <a:rPr lang="en-US" sz="2925" dirty="0" spc="-3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mở</a:t>
            </a:r>
            <a:r>
              <a:rPr lang="en-US" sz="2925" dirty="0" spc="2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những</a:t>
            </a:r>
            <a:r>
              <a:rPr lang="en-US" sz="2925" dirty="0" spc="6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đường</a:t>
            </a:r>
            <a:r>
              <a:rPr lang="en-US" sz="2925" dirty="0" spc="1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2925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</a:t>
            </a:r>
            <a:r>
              <a:rPr lang="en-US" sz="2925" dirty="0" spc="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nhau.</a:t>
            </a:r>
            <a:r>
              <a:rPr lang="en-US" sz="2925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 cần</a:t>
            </a:r>
            <a:r>
              <a:rPr lang="en-US" sz="2925" dirty="0" spc="-4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2925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luận</a:t>
            </a:r>
            <a:r>
              <a:rPr lang="en-US" sz="2925" dirty="0" spc="-3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tất</a:t>
            </a:r>
            <a:r>
              <a:rPr lang="en-US" sz="2925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 Jung</a:t>
            </a:r>
            <a:r>
              <a:rPr lang="en-US" sz="2925" dirty="0" spc="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đúng</a:t>
            </a:r>
            <a:r>
              <a:rPr lang="en-US" sz="2925" dirty="0" spc="-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hoặc</a:t>
            </a:r>
            <a:r>
              <a:rPr lang="en-US" sz="2925" dirty="0" spc="-9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sai</a:t>
            </a:r>
            <a:r>
              <a:rPr lang="en-US" sz="2925" dirty="0" spc="-3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</a:t>
            </a:r>
            <a:r>
              <a:rPr lang="en-US" sz="2925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 thể</a:t>
            </a:r>
            <a:r>
              <a:rPr lang="en-US" sz="2925" dirty="0" spc="-3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học</a:t>
            </a:r>
            <a:r>
              <a:rPr lang="en-US" sz="2925" dirty="0" spc="-9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925" dirty="0" spc="-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khái</a:t>
            </a:r>
            <a:r>
              <a:rPr lang="en-US" sz="2925" dirty="0" spc="-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niệm</a:t>
            </a:r>
            <a:r>
              <a:rPr lang="en-US" sz="2925" dirty="0" spc="-18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2925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sự cẩn</a:t>
            </a:r>
            <a:r>
              <a:rPr lang="en-US" sz="2925" dirty="0" spc="-2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trọng</a:t>
            </a:r>
            <a:r>
              <a:rPr lang="en-US" sz="2925" dirty="0" spc="-2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925" dirty="0" spc="-2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tò</a:t>
            </a:r>
            <a:r>
              <a:rPr lang="en-US" sz="2925" dirty="0" spc="-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mò.</a:t>
            </a:r>
            <a:endParaRPr lang="en-US" sz="2925" dirty="0"/>
          </a:p>
        </p:txBody>
      </p:sp>
      <p:sp>
        <p:nvSpPr>
          <p:cNvPr id="6" name="Shape 3"/>
          <p:cNvSpPr/>
          <p:nvPr/>
        </p:nvSpPr>
        <p:spPr>
          <a:xfrm>
            <a:off x="11525250" y="3000375"/>
            <a:ext cx="5715000" cy="1619250"/>
          </a:xfrm>
          <a:prstGeom prst="roundRect">
            <a:avLst>
              <a:gd name="adj" fmla="val 7059"/>
            </a:avLst>
          </a:prstGeom>
          <a:solidFill>
            <a:srgbClr val="38304F"/>
          </a:solidFill>
          <a:ln/>
        </p:spPr>
      </p:sp>
      <p:sp>
        <p:nvSpPr>
          <p:cNvPr id="7" name="Text 4"/>
          <p:cNvSpPr/>
          <p:nvPr/>
        </p:nvSpPr>
        <p:spPr>
          <a:xfrm>
            <a:off x="11811000" y="3190875"/>
            <a:ext cx="50482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-24" kern="0">
                <a:solidFill>
                  <a:srgbClr val="C8BDEE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S7</a:t>
            </a:r>
            <a:endParaRPr lang="en-US" sz="2700" dirty="0"/>
          </a:p>
        </p:txBody>
      </p:sp>
      <p:sp>
        <p:nvSpPr>
          <p:cNvPr id="8" name="Text 5"/>
          <p:cNvSpPr/>
          <p:nvPr/>
        </p:nvSpPr>
        <p:spPr>
          <a:xfrm>
            <a:off x="11811000" y="3810000"/>
            <a:ext cx="5048250" cy="809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325" dirty="0" spc="-5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Tranh</a:t>
            </a:r>
            <a:r>
              <a:rPr lang="en-US" sz="2325" dirty="0" spc="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luận khái</a:t>
            </a:r>
            <a:r>
              <a:rPr lang="en-US" sz="2325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niệm</a:t>
            </a:r>
            <a:r>
              <a:rPr lang="en-US" sz="2325" dirty="0" spc="-1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archetype.</a:t>
            </a:r>
            <a:endParaRPr lang="en-US" sz="2325" dirty="0"/>
          </a:p>
        </p:txBody>
      </p:sp>
      <p:sp>
        <p:nvSpPr>
          <p:cNvPr id="9" name="Shape 6"/>
          <p:cNvSpPr/>
          <p:nvPr/>
        </p:nvSpPr>
        <p:spPr>
          <a:xfrm>
            <a:off x="11525250" y="4762500"/>
            <a:ext cx="5715000" cy="1619250"/>
          </a:xfrm>
          <a:prstGeom prst="roundRect">
            <a:avLst>
              <a:gd name="adj" fmla="val 7059"/>
            </a:avLst>
          </a:prstGeom>
          <a:solidFill>
            <a:srgbClr val="38304F"/>
          </a:solidFill>
          <a:ln/>
        </p:spPr>
      </p:sp>
      <p:sp>
        <p:nvSpPr>
          <p:cNvPr id="10" name="Text 7"/>
          <p:cNvSpPr/>
          <p:nvPr/>
        </p:nvSpPr>
        <p:spPr>
          <a:xfrm>
            <a:off x="11811000" y="4953000"/>
            <a:ext cx="50482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11" kern="0">
                <a:solidFill>
                  <a:srgbClr val="C8BDEE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S8</a:t>
            </a:r>
            <a:endParaRPr lang="en-US" sz="2700" dirty="0"/>
          </a:p>
        </p:txBody>
      </p:sp>
      <p:sp>
        <p:nvSpPr>
          <p:cNvPr id="11" name="Text 8"/>
          <p:cNvSpPr/>
          <p:nvPr/>
        </p:nvSpPr>
        <p:spPr>
          <a:xfrm>
            <a:off x="11811000" y="5572125"/>
            <a:ext cx="5048250" cy="809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325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Nghiên</a:t>
            </a:r>
            <a:r>
              <a:rPr lang="en-US" sz="2325" dirty="0" spc="18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cứu</a:t>
            </a:r>
            <a:r>
              <a:rPr lang="en-US" sz="2325" dirty="0" spc="-3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2325" dirty="0" spc="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quả</a:t>
            </a:r>
            <a:r>
              <a:rPr lang="en-US" sz="2325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 giới</a:t>
            </a:r>
            <a:r>
              <a:rPr lang="en-US" sz="2325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hạn.</a:t>
            </a:r>
            <a:endParaRPr lang="en-US" sz="2325" dirty="0"/>
          </a:p>
        </p:txBody>
      </p:sp>
      <p:sp>
        <p:nvSpPr>
          <p:cNvPr id="12" name="Shape 9"/>
          <p:cNvSpPr/>
          <p:nvPr/>
        </p:nvSpPr>
        <p:spPr>
          <a:xfrm>
            <a:off x="11525250" y="6524625"/>
            <a:ext cx="5715000" cy="1619250"/>
          </a:xfrm>
          <a:prstGeom prst="roundRect">
            <a:avLst>
              <a:gd name="adj" fmla="val 7059"/>
            </a:avLst>
          </a:prstGeom>
          <a:solidFill>
            <a:srgbClr val="38304F"/>
          </a:solidFill>
          <a:ln/>
        </p:spPr>
      </p:sp>
      <p:sp>
        <p:nvSpPr>
          <p:cNvPr id="13" name="Text 10"/>
          <p:cNvSpPr/>
          <p:nvPr/>
        </p:nvSpPr>
        <p:spPr>
          <a:xfrm>
            <a:off x="11811000" y="6715125"/>
            <a:ext cx="50482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-1" kern="0">
                <a:solidFill>
                  <a:srgbClr val="C8BDEE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J02</a:t>
            </a:r>
            <a:endParaRPr lang="en-US" sz="2700" dirty="0"/>
          </a:p>
        </p:txBody>
      </p:sp>
      <p:sp>
        <p:nvSpPr>
          <p:cNvPr id="14" name="Text 11"/>
          <p:cNvSpPr/>
          <p:nvPr/>
        </p:nvSpPr>
        <p:spPr>
          <a:xfrm>
            <a:off x="11811000" y="7334250"/>
            <a:ext cx="5048250" cy="809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325" dirty="0" spc="6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Analytical</a:t>
            </a:r>
            <a:r>
              <a:rPr lang="en-US" sz="2325" dirty="0" spc="-9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Psychology:</a:t>
            </a:r>
            <a:r>
              <a:rPr lang="en-US" sz="2325" dirty="0" spc="2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r>
              <a:rPr lang="en-US" sz="2325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nghĩa</a:t>
            </a:r>
            <a:r>
              <a:rPr lang="en-US" sz="2325" dirty="0" spc="5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trước</a:t>
            </a:r>
            <a:r>
              <a:rPr lang="en-US" sz="2325" dirty="0" spc="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2325" dirty="0" spc="2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ứng</a:t>
            </a:r>
            <a:r>
              <a:rPr lang="en-US" sz="2325" dirty="0" spc="-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dụng.</a:t>
            </a:r>
            <a:endParaRPr lang="en-US" sz="2325" dirty="0"/>
          </a:p>
        </p:txBody>
      </p:sp>
      <p:sp>
        <p:nvSpPr>
          <p:cNvPr id="15" name="Text 12"/>
          <p:cNvSpPr/>
          <p:nvPr/>
        </p:nvSpPr>
        <p:spPr>
          <a:xfrm>
            <a:off x="762000" y="9525000"/>
            <a:ext cx="16383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25" dirty="0" spc="2" kern="0">
                <a:solidFill>
                  <a:srgbClr val="C8BDE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J01</a:t>
            </a:r>
            <a:r>
              <a:rPr lang="en-US" sz="1725" dirty="0" spc="0" kern="0">
                <a:solidFill>
                  <a:srgbClr val="C8BDE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</a:t>
            </a:r>
            <a:r>
              <a:rPr lang="en-US" sz="1725" dirty="0" spc="-1" kern="0">
                <a:solidFill>
                  <a:srgbClr val="C8BDE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725" dirty="0" spc="0" kern="0">
                <a:solidFill>
                  <a:srgbClr val="C8BDE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[S7–S8]</a:t>
            </a:r>
            <a:r>
              <a:rPr lang="en-US" sz="1725" dirty="0" spc="2" kern="0">
                <a:solidFill>
                  <a:srgbClr val="C8BDE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725" dirty="0" spc="4" kern="0">
                <a:solidFill>
                  <a:srgbClr val="C8BDE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Curriculum</a:t>
            </a:r>
            <a:r>
              <a:rPr lang="en-US" sz="1725" dirty="0" spc="0" kern="0">
                <a:solidFill>
                  <a:srgbClr val="C8BDE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J02</a:t>
            </a:r>
            <a:endParaRPr lang="en-US" sz="1725" dirty="0"/>
          </a:p>
        </p:txBody>
      </p:sp>
      <p:sp>
        <p:nvSpPr>
          <p:cNvPr id="16" name="Text 13"/>
          <p:cNvSpPr/>
          <p:nvPr/>
        </p:nvSpPr>
        <p:spPr>
          <a:xfrm>
            <a:off x="762000" y="9953625"/>
            <a:ext cx="157162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2" kern="0">
                <a:solidFill>
                  <a:srgbClr val="C8BDE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J01</a:t>
            </a:r>
            <a:r>
              <a:rPr lang="en-US" sz="1650" dirty="0" spc="0" kern="0">
                <a:solidFill>
                  <a:srgbClr val="C8BDE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" kern="0">
                <a:solidFill>
                  <a:srgbClr val="C8BDE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Visual edition</a:t>
            </a:r>
            <a:r>
              <a:rPr lang="en-US" sz="1650" dirty="0" spc="1" kern="0">
                <a:solidFill>
                  <a:srgbClr val="C8BDE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5" kern="0">
                <a:solidFill>
                  <a:srgbClr val="C8BDE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40/40</a:t>
            </a:r>
            <a:endParaRPr lang="en-US" sz="1650" dirty="0"/>
          </a:p>
        </p:txBody>
      </p:sp>
      <p:sp>
        <p:nvSpPr>
          <p:cNvPr id="17" name="Text 14"/>
          <p:cNvSpPr/>
          <p:nvPr/>
        </p:nvSpPr>
        <p:spPr>
          <a:xfrm>
            <a:off x="762000" y="8763000"/>
            <a:ext cx="161925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u="sng" dirty="0" spc="-6" kern="0">
                <a:solidFill>
                  <a:srgbClr val="C8BDE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Đọc</a:t>
            </a:r>
            <a:r>
              <a:rPr lang="en-US" sz="1950" u="sng" dirty="0" spc="-4" kern="0">
                <a:solidFill>
                  <a:srgbClr val="C8BDE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bài</a:t>
            </a:r>
            <a:r>
              <a:rPr lang="en-US" sz="1950" u="sng" dirty="0" spc="0" kern="0">
                <a:solidFill>
                  <a:srgbClr val="C8BDE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J01</a:t>
            </a:r>
            <a:r>
              <a:rPr lang="en-US" sz="1950" u="sng" dirty="0" spc="-15" kern="0">
                <a:solidFill>
                  <a:srgbClr val="C8BDE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và</a:t>
            </a:r>
            <a:r>
              <a:rPr lang="en-US" sz="1950" u="sng" dirty="0" spc="0" kern="0">
                <a:solidFill>
                  <a:srgbClr val="C8BDE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danh</a:t>
            </a:r>
            <a:r>
              <a:rPr lang="en-US" sz="1950" u="sng" dirty="0" spc="1" kern="0">
                <a:solidFill>
                  <a:srgbClr val="C8BDE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mục</a:t>
            </a:r>
            <a:r>
              <a:rPr lang="en-US" sz="1950" u="sng" dirty="0" spc="2" kern="0">
                <a:solidFill>
                  <a:srgbClr val="C8BDE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nguồn đầy</a:t>
            </a:r>
            <a:r>
              <a:rPr lang="en-US" sz="1950" u="sng" dirty="0" spc="1" kern="0">
                <a:solidFill>
                  <a:srgbClr val="C8BDE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đủ</a:t>
            </a:r>
            <a:r>
              <a:rPr lang="en-US" sz="1950" u="sng" dirty="0" spc="-15" kern="0">
                <a:solidFill>
                  <a:srgbClr val="C8BDE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trên</a:t>
            </a:r>
            <a:r>
              <a:rPr lang="en-US" sz="1950" u="sng" dirty="0" spc="-1" kern="0">
                <a:solidFill>
                  <a:srgbClr val="C8BDE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GitHub</a:t>
            </a:r>
            <a:endParaRPr lang="en-US" sz="1950" dirty="0"/>
          </a:p>
        </p:txBody>
      </p:sp>
      <p:sp>
        <p:nvSpPr>
          <p:cNvPr id="18" name="Shape 1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9" name="Moda image moda-export-watermark-42a809ad-d0ac-4e63-91a1-c9c540075349" descr="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40</Slides>
  <Notes>40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2026-10-24T06:20:30Z</dcterms:created>
  <dcterms:modified xsi:type="dcterms:W3CDTF">2026-10-24T06:20:30Z</dcterms:modified>
</cp:coreProperties>
</file>